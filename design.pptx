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428"/>
    <p:restoredTop sz="94694"/>
  </p:normalViewPr>
  <p:slideViewPr>
    <p:cSldViewPr snapToGrid="0">
      <p:cViewPr varScale="1">
        <p:scale>
          <a:sx n="107" d="100"/>
          <a:sy n="107" d="100"/>
        </p:scale>
        <p:origin x="3040" y="4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C40FEE8-1E5C-BAF3-CD8D-88728A5527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C17D524F-7605-9C66-6F82-9C039E5F68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8B0CE2-4E3C-B8BF-E12F-FEBE927514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38905-DEFC-F846-8BB0-00C4187231C1}" type="datetimeFigureOut">
              <a:rPr kumimoji="1" lang="ja-JP" altLang="en-US" smtClean="0"/>
              <a:t>2026/1/10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117B5FC-E606-2F93-8E5A-F5CB9F0501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015D93B-DF90-C63D-3B07-A99A192CF9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F6BB7-99A8-E74B-BE32-B1715D0B3E3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238494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131370A-9ED5-87AF-DD50-C685C24225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67E39B2-2E92-8B76-C763-E03F2EF306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49198CF-BDA6-726A-4032-52788BB882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38905-DEFC-F846-8BB0-00C4187231C1}" type="datetimeFigureOut">
              <a:rPr kumimoji="1" lang="ja-JP" altLang="en-US" smtClean="0"/>
              <a:t>2026/1/10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63096B4-4B5C-6C82-AB8B-7233315104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004648C-72C0-2AC0-276D-D2CAFB425E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F6BB7-99A8-E74B-BE32-B1715D0B3E3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073389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B6DB02C-5AD6-7DE6-EBE3-BDECAD2690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089C293-70CF-04A6-7895-B41F2349DC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1823F82-6639-543E-139E-5A43B23B4B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38905-DEFC-F846-8BB0-00C4187231C1}" type="datetimeFigureOut">
              <a:rPr kumimoji="1" lang="ja-JP" altLang="en-US" smtClean="0"/>
              <a:t>2026/1/10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89D7B5F-75E5-E70B-9709-9CC0CFCED1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CADB134-86FE-744B-7E07-F383B909DA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F6BB7-99A8-E74B-BE32-B1715D0B3E3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427405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8244DC2-526A-2388-D0F4-4164951B66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ABF56F3-9389-0E95-144D-5B6FF114F4D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0C3A9591-6688-A87B-0E8D-3BD02E56E1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0DFB835-7405-185A-7AE2-0372252519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38905-DEFC-F846-8BB0-00C4187231C1}" type="datetimeFigureOut">
              <a:rPr kumimoji="1" lang="ja-JP" altLang="en-US" smtClean="0"/>
              <a:t>2026/1/10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FAA1069B-02F1-EB2A-2F83-7322C98B01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7AB06B41-9D54-8AD6-E2CF-B1B0612CA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F6BB7-99A8-E74B-BE32-B1715D0B3E3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942873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77059D3-6B3D-DED2-9261-B06F7AD82E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170F87B-3FEA-D3BE-8E00-B9193B3F28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B9005C4D-8C16-E570-0D0E-DAF050EF3A5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F0904D7F-60AB-D67A-9167-3A1FB0D03E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C9201434-D82F-84FD-08D4-A518F37E3F1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5C23367F-4AFC-0238-106E-BAAFAAF36F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38905-DEFC-F846-8BB0-00C4187231C1}" type="datetimeFigureOut">
              <a:rPr kumimoji="1" lang="ja-JP" altLang="en-US" smtClean="0"/>
              <a:t>2026/1/10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DE335A39-707D-4E30-53D8-3D0A24AFCB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9F46713E-97F9-D9DB-2161-421E917F52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F6BB7-99A8-E74B-BE32-B1715D0B3E3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027496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0D15822-132F-4DA7-2167-FF27C4EBE3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F939FCD-11E1-E229-DF2F-BF236A28CA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38905-DEFC-F846-8BB0-00C4187231C1}" type="datetimeFigureOut">
              <a:rPr kumimoji="1" lang="ja-JP" altLang="en-US" smtClean="0"/>
              <a:t>2026/1/10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909FFDA0-3F8D-168C-EC42-98A393C6BE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679C6A32-B3C9-97AE-D116-54F233CB75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F6BB7-99A8-E74B-BE32-B1715D0B3E3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347030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70DAA337-CDF7-F391-D01F-65DF8D9878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38905-DEFC-F846-8BB0-00C4187231C1}" type="datetimeFigureOut">
              <a:rPr kumimoji="1" lang="ja-JP" altLang="en-US" smtClean="0"/>
              <a:t>2026/1/10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318D706E-E26A-7508-4ED0-5AFDF95E64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D6360988-1EA9-C336-D358-992009C5B8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F6BB7-99A8-E74B-BE32-B1715D0B3E3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280517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7C2423D-1A28-77CE-873C-FFADF38B2E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0244877-C04B-33CB-43D0-071FAEF075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FB97C55B-6BED-79FF-8861-C37C1F3F060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2CCB77A-893A-C8A9-3949-155D7C3B5C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38905-DEFC-F846-8BB0-00C4187231C1}" type="datetimeFigureOut">
              <a:rPr kumimoji="1" lang="ja-JP" altLang="en-US" smtClean="0"/>
              <a:t>2026/1/10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7FCA5D5-286F-0159-A3D9-472BFD50A3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11420AE2-11A4-1E80-6BD7-71D4EF494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F6BB7-99A8-E74B-BE32-B1715D0B3E3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364931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750B830-5D07-D076-4BD8-2C6FAFBA75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A7C1EC23-DB20-8587-6741-18BE5B0273A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BF0712F-D92D-F420-C45B-F25014FD9B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75581F49-D243-391A-4828-B4E2CBD55C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38905-DEFC-F846-8BB0-00C4187231C1}" type="datetimeFigureOut">
              <a:rPr kumimoji="1" lang="ja-JP" altLang="en-US" smtClean="0"/>
              <a:t>2026/1/10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26589F5B-7B65-A2BA-22DB-C9F55D6C17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1B49D8B3-5774-CDCC-4DFA-AEEE69D5CA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F6BB7-99A8-E74B-BE32-B1715D0B3E3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732573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F7081BF-A2F1-56AB-3976-3D8D53A122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7F66F461-0638-F9E8-0A44-AE00A848311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EB5C6E5-02FB-D377-F0FF-0156ECC807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38905-DEFC-F846-8BB0-00C4187231C1}" type="datetimeFigureOut">
              <a:rPr kumimoji="1" lang="ja-JP" altLang="en-US" smtClean="0"/>
              <a:t>2026/1/10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4816260-A922-F0EA-4715-2C26BCA2E8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342DC86-F845-740C-C5C8-B545FA6CD7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F6BB7-99A8-E74B-BE32-B1715D0B3E3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506206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F8F998BC-4B28-E7B5-87CA-F6A001EBE57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4F5CB1D3-C770-39CC-C495-198749CA67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B7A9156-D0E6-C0D8-B824-46FB99954A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38905-DEFC-F846-8BB0-00C4187231C1}" type="datetimeFigureOut">
              <a:rPr kumimoji="1" lang="ja-JP" altLang="en-US" smtClean="0"/>
              <a:t>2026/1/10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F027BB3-3A29-65E5-4D2C-B5B8710D52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893134D-43D5-3A10-D37C-B72E283193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F6BB7-99A8-E74B-BE32-B1715D0B3E3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073915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9C5C9579-98BF-61AA-E4F0-4CA16EEA5D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FE6D642-ACD4-BE59-DC76-F23A6A2AE8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62D011D-3FE4-D253-F331-6FA3E9B9B32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D438905-DEFC-F846-8BB0-00C4187231C1}" type="datetimeFigureOut">
              <a:rPr kumimoji="1" lang="ja-JP" altLang="en-US" smtClean="0"/>
              <a:t>2026/1/10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A4B15BC-B58D-D4E2-F9C3-2DAC25E27D4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4C7AA40-0C89-6D10-F983-369B311546E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ACF6BB7-99A8-E74B-BE32-B1715D0B3E3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42374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 descr="ダイアグラム, 概略図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DB4DCE57-6998-6C64-F809-7AD9B7956B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3151" y="1613009"/>
            <a:ext cx="2117123" cy="2387558"/>
          </a:xfrm>
          <a:prstGeom prst="rect">
            <a:avLst/>
          </a:prstGeom>
        </p:spPr>
      </p:pic>
      <p:pic>
        <p:nvPicPr>
          <p:cNvPr id="9" name="グラフィックス 8">
            <a:extLst>
              <a:ext uri="{FF2B5EF4-FFF2-40B4-BE49-F238E27FC236}">
                <a16:creationId xmlns:a16="http://schemas.microsoft.com/office/drawing/2014/main" id="{D359C65F-72F9-D004-2C60-F0241E64F1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23290" t="6158" r="61766"/>
          <a:stretch/>
        </p:blipFill>
        <p:spPr>
          <a:xfrm>
            <a:off x="5593494" y="1161535"/>
            <a:ext cx="2117122" cy="3068080"/>
          </a:xfrm>
          <a:prstGeom prst="rect">
            <a:avLst/>
          </a:prstGeom>
        </p:spPr>
      </p:pic>
      <p:cxnSp>
        <p:nvCxnSpPr>
          <p:cNvPr id="12" name="カギ線コネクタ 11">
            <a:extLst>
              <a:ext uri="{FF2B5EF4-FFF2-40B4-BE49-F238E27FC236}">
                <a16:creationId xmlns:a16="http://schemas.microsoft.com/office/drawing/2014/main" id="{D8F0913D-6DAD-8E27-5845-3B34F1CFD9A5}"/>
              </a:ext>
            </a:extLst>
          </p:cNvPr>
          <p:cNvCxnSpPr>
            <a:cxnSpLocks/>
            <a:endCxn id="114" idx="2"/>
          </p:cNvCxnSpPr>
          <p:nvPr/>
        </p:nvCxnSpPr>
        <p:spPr>
          <a:xfrm rot="5400000" flipH="1" flipV="1">
            <a:off x="3554321" y="1535270"/>
            <a:ext cx="1187642" cy="906944"/>
          </a:xfrm>
          <a:prstGeom prst="bentConnector2">
            <a:avLst/>
          </a:prstGeom>
          <a:ln w="63500">
            <a:solidFill>
              <a:srgbClr val="FF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カギ線コネクタ 13">
            <a:extLst>
              <a:ext uri="{FF2B5EF4-FFF2-40B4-BE49-F238E27FC236}">
                <a16:creationId xmlns:a16="http://schemas.microsoft.com/office/drawing/2014/main" id="{AB4C21F6-C7FE-CB68-C151-864CF82D9DB1}"/>
              </a:ext>
            </a:extLst>
          </p:cNvPr>
          <p:cNvCxnSpPr>
            <a:cxnSpLocks/>
          </p:cNvCxnSpPr>
          <p:nvPr/>
        </p:nvCxnSpPr>
        <p:spPr>
          <a:xfrm flipV="1">
            <a:off x="3329997" y="2601612"/>
            <a:ext cx="371023" cy="7877"/>
          </a:xfrm>
          <a:prstGeom prst="bentConnector3">
            <a:avLst>
              <a:gd name="adj1" fmla="val 50000"/>
            </a:avLst>
          </a:prstGeom>
          <a:ln w="635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カギ線コネクタ 17">
            <a:extLst>
              <a:ext uri="{FF2B5EF4-FFF2-40B4-BE49-F238E27FC236}">
                <a16:creationId xmlns:a16="http://schemas.microsoft.com/office/drawing/2014/main" id="{6DC2E13D-156C-C4EB-6BB5-41B9F1DF2098}"/>
              </a:ext>
            </a:extLst>
          </p:cNvPr>
          <p:cNvCxnSpPr>
            <a:cxnSpLocks/>
          </p:cNvCxnSpPr>
          <p:nvPr/>
        </p:nvCxnSpPr>
        <p:spPr>
          <a:xfrm rot="16200000" flipH="1">
            <a:off x="3062751" y="2902114"/>
            <a:ext cx="903964" cy="359872"/>
          </a:xfrm>
          <a:prstGeom prst="bentConnector3">
            <a:avLst>
              <a:gd name="adj1" fmla="val 101944"/>
            </a:avLst>
          </a:prstGeom>
          <a:ln w="635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カギ線コネクタ 25">
            <a:extLst>
              <a:ext uri="{FF2B5EF4-FFF2-40B4-BE49-F238E27FC236}">
                <a16:creationId xmlns:a16="http://schemas.microsoft.com/office/drawing/2014/main" id="{34EAA3E3-531D-6F5B-9789-ED6BBAD2E60E}"/>
              </a:ext>
            </a:extLst>
          </p:cNvPr>
          <p:cNvCxnSpPr>
            <a:cxnSpLocks/>
          </p:cNvCxnSpPr>
          <p:nvPr/>
        </p:nvCxnSpPr>
        <p:spPr>
          <a:xfrm flipV="1">
            <a:off x="3701022" y="2916198"/>
            <a:ext cx="957478" cy="326997"/>
          </a:xfrm>
          <a:prstGeom prst="bentConnector3">
            <a:avLst>
              <a:gd name="adj1" fmla="val 50000"/>
            </a:avLst>
          </a:prstGeom>
          <a:ln w="635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カギ線コネクタ 28">
            <a:extLst>
              <a:ext uri="{FF2B5EF4-FFF2-40B4-BE49-F238E27FC236}">
                <a16:creationId xmlns:a16="http://schemas.microsoft.com/office/drawing/2014/main" id="{70F53343-9279-30AC-E078-0F4F1A27844C}"/>
              </a:ext>
            </a:extLst>
          </p:cNvPr>
          <p:cNvCxnSpPr>
            <a:cxnSpLocks/>
          </p:cNvCxnSpPr>
          <p:nvPr/>
        </p:nvCxnSpPr>
        <p:spPr>
          <a:xfrm flipV="1">
            <a:off x="4133864" y="2605550"/>
            <a:ext cx="536995" cy="310132"/>
          </a:xfrm>
          <a:prstGeom prst="bentConnector3">
            <a:avLst>
              <a:gd name="adj1" fmla="val 93721"/>
            </a:avLst>
          </a:prstGeom>
          <a:ln w="635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カギ線コネクタ 32">
            <a:extLst>
              <a:ext uri="{FF2B5EF4-FFF2-40B4-BE49-F238E27FC236}">
                <a16:creationId xmlns:a16="http://schemas.microsoft.com/office/drawing/2014/main" id="{AB7983FD-0473-6EF7-3F10-6067DF6501F0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3911875" y="2105411"/>
            <a:ext cx="2175249" cy="681998"/>
          </a:xfrm>
          <a:prstGeom prst="bentConnector3">
            <a:avLst>
              <a:gd name="adj1" fmla="val -1126"/>
            </a:avLst>
          </a:prstGeom>
          <a:ln w="63500">
            <a:solidFill>
              <a:srgbClr val="00B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カギ線コネクタ 39">
            <a:extLst>
              <a:ext uri="{FF2B5EF4-FFF2-40B4-BE49-F238E27FC236}">
                <a16:creationId xmlns:a16="http://schemas.microsoft.com/office/drawing/2014/main" id="{C308B2B3-8337-46EE-18B9-23D1926DFAC5}"/>
              </a:ext>
            </a:extLst>
          </p:cNvPr>
          <p:cNvCxnSpPr>
            <a:cxnSpLocks/>
          </p:cNvCxnSpPr>
          <p:nvPr/>
        </p:nvCxnSpPr>
        <p:spPr>
          <a:xfrm>
            <a:off x="5349804" y="1348755"/>
            <a:ext cx="492881" cy="8858"/>
          </a:xfrm>
          <a:prstGeom prst="bentConnector3">
            <a:avLst>
              <a:gd name="adj1" fmla="val 50000"/>
            </a:avLst>
          </a:prstGeom>
          <a:ln w="63500">
            <a:solidFill>
              <a:srgbClr val="00B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カギ線コネクタ 42">
            <a:extLst>
              <a:ext uri="{FF2B5EF4-FFF2-40B4-BE49-F238E27FC236}">
                <a16:creationId xmlns:a16="http://schemas.microsoft.com/office/drawing/2014/main" id="{AD66D6B4-DFA2-5C60-1D8E-A702AB849A4F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3838206" y="1819773"/>
            <a:ext cx="2231360" cy="615490"/>
          </a:xfrm>
          <a:prstGeom prst="bentConnector3">
            <a:avLst>
              <a:gd name="adj1" fmla="val 1268"/>
            </a:avLst>
          </a:prstGeom>
          <a:ln w="63500"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カギ線コネクタ 49">
            <a:extLst>
              <a:ext uri="{FF2B5EF4-FFF2-40B4-BE49-F238E27FC236}">
                <a16:creationId xmlns:a16="http://schemas.microsoft.com/office/drawing/2014/main" id="{8065F354-EBF6-C9EA-EDAA-6E480D7CE09C}"/>
              </a:ext>
            </a:extLst>
          </p:cNvPr>
          <p:cNvCxnSpPr>
            <a:cxnSpLocks/>
          </p:cNvCxnSpPr>
          <p:nvPr/>
        </p:nvCxnSpPr>
        <p:spPr>
          <a:xfrm>
            <a:off x="5276870" y="1050094"/>
            <a:ext cx="2149541" cy="284435"/>
          </a:xfrm>
          <a:prstGeom prst="bentConnector3">
            <a:avLst>
              <a:gd name="adj1" fmla="val 98863"/>
            </a:avLst>
          </a:prstGeom>
          <a:ln w="63500"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正方形/長方形 54">
            <a:extLst>
              <a:ext uri="{FF2B5EF4-FFF2-40B4-BE49-F238E27FC236}">
                <a16:creationId xmlns:a16="http://schemas.microsoft.com/office/drawing/2014/main" id="{9936C8F1-50B3-501F-0500-388C3E33F02A}"/>
              </a:ext>
            </a:extLst>
          </p:cNvPr>
          <p:cNvSpPr/>
          <p:nvPr/>
        </p:nvSpPr>
        <p:spPr>
          <a:xfrm>
            <a:off x="8473604" y="1582151"/>
            <a:ext cx="304622" cy="23999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66" name="グループ化 65">
            <a:extLst>
              <a:ext uri="{FF2B5EF4-FFF2-40B4-BE49-F238E27FC236}">
                <a16:creationId xmlns:a16="http://schemas.microsoft.com/office/drawing/2014/main" id="{07BBE191-95C0-270C-91CE-C06B3FE4BE84}"/>
              </a:ext>
            </a:extLst>
          </p:cNvPr>
          <p:cNvGrpSpPr/>
          <p:nvPr/>
        </p:nvGrpSpPr>
        <p:grpSpPr>
          <a:xfrm>
            <a:off x="8513717" y="1605506"/>
            <a:ext cx="203888" cy="2313428"/>
            <a:chOff x="7322898" y="1309815"/>
            <a:chExt cx="203888" cy="2313428"/>
          </a:xfrm>
        </p:grpSpPr>
        <p:grpSp>
          <p:nvGrpSpPr>
            <p:cNvPr id="60" name="グループ化 59">
              <a:extLst>
                <a:ext uri="{FF2B5EF4-FFF2-40B4-BE49-F238E27FC236}">
                  <a16:creationId xmlns:a16="http://schemas.microsoft.com/office/drawing/2014/main" id="{4576CD7C-917A-6921-0E35-8DDBACF1DBB8}"/>
                </a:ext>
              </a:extLst>
            </p:cNvPr>
            <p:cNvGrpSpPr/>
            <p:nvPr/>
          </p:nvGrpSpPr>
          <p:grpSpPr>
            <a:xfrm>
              <a:off x="7341967" y="1309815"/>
              <a:ext cx="184819" cy="1097435"/>
              <a:chOff x="7341967" y="1309815"/>
              <a:chExt cx="184819" cy="1097435"/>
            </a:xfrm>
          </p:grpSpPr>
          <p:sp>
            <p:nvSpPr>
              <p:cNvPr id="56" name="円/楕円 55">
                <a:extLst>
                  <a:ext uri="{FF2B5EF4-FFF2-40B4-BE49-F238E27FC236}">
                    <a16:creationId xmlns:a16="http://schemas.microsoft.com/office/drawing/2014/main" id="{4286E0AA-F131-EBAC-EABA-24B90A431DFD}"/>
                  </a:ext>
                </a:extLst>
              </p:cNvPr>
              <p:cNvSpPr/>
              <p:nvPr/>
            </p:nvSpPr>
            <p:spPr>
              <a:xfrm>
                <a:off x="7358447" y="1309815"/>
                <a:ext cx="168339" cy="17479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57" name="円/楕円 56">
                <a:extLst>
                  <a:ext uri="{FF2B5EF4-FFF2-40B4-BE49-F238E27FC236}">
                    <a16:creationId xmlns:a16="http://schemas.microsoft.com/office/drawing/2014/main" id="{D07A3A1F-A953-9BA9-F42E-85E691114154}"/>
                  </a:ext>
                </a:extLst>
              </p:cNvPr>
              <p:cNvSpPr/>
              <p:nvPr/>
            </p:nvSpPr>
            <p:spPr>
              <a:xfrm>
                <a:off x="7350207" y="1622853"/>
                <a:ext cx="168339" cy="17479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58" name="円/楕円 57">
                <a:extLst>
                  <a:ext uri="{FF2B5EF4-FFF2-40B4-BE49-F238E27FC236}">
                    <a16:creationId xmlns:a16="http://schemas.microsoft.com/office/drawing/2014/main" id="{FC75B679-36D1-54AB-16D2-46F05E2AF15E}"/>
                  </a:ext>
                </a:extLst>
              </p:cNvPr>
              <p:cNvSpPr/>
              <p:nvPr/>
            </p:nvSpPr>
            <p:spPr>
              <a:xfrm>
                <a:off x="7350207" y="1919417"/>
                <a:ext cx="168339" cy="17479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59" name="円/楕円 58">
                <a:extLst>
                  <a:ext uri="{FF2B5EF4-FFF2-40B4-BE49-F238E27FC236}">
                    <a16:creationId xmlns:a16="http://schemas.microsoft.com/office/drawing/2014/main" id="{BFDFFFF4-7BAF-4326-1CB1-A3BB2D94B682}"/>
                  </a:ext>
                </a:extLst>
              </p:cNvPr>
              <p:cNvSpPr/>
              <p:nvPr/>
            </p:nvSpPr>
            <p:spPr>
              <a:xfrm>
                <a:off x="7341967" y="2232455"/>
                <a:ext cx="168339" cy="17479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61" name="グループ化 60">
              <a:extLst>
                <a:ext uri="{FF2B5EF4-FFF2-40B4-BE49-F238E27FC236}">
                  <a16:creationId xmlns:a16="http://schemas.microsoft.com/office/drawing/2014/main" id="{3528AA9A-9DE2-EA47-B4E4-CBC49634F6D9}"/>
                </a:ext>
              </a:extLst>
            </p:cNvPr>
            <p:cNvGrpSpPr/>
            <p:nvPr/>
          </p:nvGrpSpPr>
          <p:grpSpPr>
            <a:xfrm>
              <a:off x="7322898" y="2525808"/>
              <a:ext cx="184819" cy="1097435"/>
              <a:chOff x="7341967" y="1309815"/>
              <a:chExt cx="184819" cy="1097435"/>
            </a:xfrm>
          </p:grpSpPr>
          <p:sp>
            <p:nvSpPr>
              <p:cNvPr id="62" name="円/楕円 61">
                <a:extLst>
                  <a:ext uri="{FF2B5EF4-FFF2-40B4-BE49-F238E27FC236}">
                    <a16:creationId xmlns:a16="http://schemas.microsoft.com/office/drawing/2014/main" id="{A6DFB378-4D7B-4C01-BBA5-851E1F5D8207}"/>
                  </a:ext>
                </a:extLst>
              </p:cNvPr>
              <p:cNvSpPr/>
              <p:nvPr/>
            </p:nvSpPr>
            <p:spPr>
              <a:xfrm>
                <a:off x="7358447" y="1309815"/>
                <a:ext cx="168339" cy="17479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63" name="円/楕円 62">
                <a:extLst>
                  <a:ext uri="{FF2B5EF4-FFF2-40B4-BE49-F238E27FC236}">
                    <a16:creationId xmlns:a16="http://schemas.microsoft.com/office/drawing/2014/main" id="{F51A3F13-15F6-7893-890A-3B4D16729B8C}"/>
                  </a:ext>
                </a:extLst>
              </p:cNvPr>
              <p:cNvSpPr/>
              <p:nvPr/>
            </p:nvSpPr>
            <p:spPr>
              <a:xfrm>
                <a:off x="7350207" y="1622853"/>
                <a:ext cx="168339" cy="17479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64" name="円/楕円 63">
                <a:extLst>
                  <a:ext uri="{FF2B5EF4-FFF2-40B4-BE49-F238E27FC236}">
                    <a16:creationId xmlns:a16="http://schemas.microsoft.com/office/drawing/2014/main" id="{54D790D1-5F58-CB3B-07C7-727C25F32A7A}"/>
                  </a:ext>
                </a:extLst>
              </p:cNvPr>
              <p:cNvSpPr/>
              <p:nvPr/>
            </p:nvSpPr>
            <p:spPr>
              <a:xfrm>
                <a:off x="7350207" y="1919417"/>
                <a:ext cx="168339" cy="17479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65" name="円/楕円 64">
                <a:extLst>
                  <a:ext uri="{FF2B5EF4-FFF2-40B4-BE49-F238E27FC236}">
                    <a16:creationId xmlns:a16="http://schemas.microsoft.com/office/drawing/2014/main" id="{38EA60F7-8A1D-E056-1E20-3ACFF73DFE74}"/>
                  </a:ext>
                </a:extLst>
              </p:cNvPr>
              <p:cNvSpPr/>
              <p:nvPr/>
            </p:nvSpPr>
            <p:spPr>
              <a:xfrm>
                <a:off x="7341967" y="2232455"/>
                <a:ext cx="168339" cy="17479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</p:grpSp>
      <p:sp>
        <p:nvSpPr>
          <p:cNvPr id="67" name="テキスト ボックス 66">
            <a:extLst>
              <a:ext uri="{FF2B5EF4-FFF2-40B4-BE49-F238E27FC236}">
                <a16:creationId xmlns:a16="http://schemas.microsoft.com/office/drawing/2014/main" id="{8EA74555-C7B6-8D99-3083-BBDB0EEA196D}"/>
              </a:ext>
            </a:extLst>
          </p:cNvPr>
          <p:cNvSpPr txBox="1"/>
          <p:nvPr/>
        </p:nvSpPr>
        <p:spPr>
          <a:xfrm>
            <a:off x="8834819" y="1627951"/>
            <a:ext cx="697627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GND</a:t>
            </a:r>
          </a:p>
          <a:p>
            <a:r>
              <a:rPr lang="en-US" altLang="ja-JP" dirty="0"/>
              <a:t>VCC</a:t>
            </a:r>
          </a:p>
          <a:p>
            <a:r>
              <a:rPr kumimoji="1" lang="en-US" altLang="ja-JP" dirty="0"/>
              <a:t>SCL</a:t>
            </a:r>
          </a:p>
          <a:p>
            <a:r>
              <a:rPr lang="en-US" altLang="ja-JP" dirty="0"/>
              <a:t>SDA</a:t>
            </a:r>
          </a:p>
          <a:p>
            <a:r>
              <a:rPr kumimoji="1" lang="en-US" altLang="ja-JP" dirty="0"/>
              <a:t>RES</a:t>
            </a:r>
          </a:p>
          <a:p>
            <a:r>
              <a:rPr kumimoji="1" lang="en-US" altLang="ja-JP" dirty="0"/>
              <a:t>DC</a:t>
            </a:r>
          </a:p>
          <a:p>
            <a:r>
              <a:rPr lang="en-US" altLang="ja-JP" dirty="0"/>
              <a:t>CS</a:t>
            </a:r>
          </a:p>
          <a:p>
            <a:r>
              <a:rPr kumimoji="1" lang="en-US" altLang="ja-JP" dirty="0"/>
              <a:t>BL</a:t>
            </a:r>
            <a:endParaRPr kumimoji="1" lang="ja-JP" altLang="en-US"/>
          </a:p>
        </p:txBody>
      </p:sp>
      <p:cxnSp>
        <p:nvCxnSpPr>
          <p:cNvPr id="68" name="カギ線コネクタ 67">
            <a:extLst>
              <a:ext uri="{FF2B5EF4-FFF2-40B4-BE49-F238E27FC236}">
                <a16:creationId xmlns:a16="http://schemas.microsoft.com/office/drawing/2014/main" id="{B33F900D-14B9-E523-2CC4-BEBAED3CA39B}"/>
              </a:ext>
            </a:extLst>
          </p:cNvPr>
          <p:cNvCxnSpPr>
            <a:cxnSpLocks/>
          </p:cNvCxnSpPr>
          <p:nvPr/>
        </p:nvCxnSpPr>
        <p:spPr>
          <a:xfrm>
            <a:off x="3676944" y="3540193"/>
            <a:ext cx="1384398" cy="1153561"/>
          </a:xfrm>
          <a:prstGeom prst="bentConnector3">
            <a:avLst>
              <a:gd name="adj1" fmla="val 1106"/>
            </a:avLst>
          </a:prstGeom>
          <a:ln w="63500">
            <a:solidFill>
              <a:srgbClr val="FF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カギ線コネクタ 68">
            <a:extLst>
              <a:ext uri="{FF2B5EF4-FFF2-40B4-BE49-F238E27FC236}">
                <a16:creationId xmlns:a16="http://schemas.microsoft.com/office/drawing/2014/main" id="{D0D2891D-ED06-7EC9-C489-185FA91DBEBD}"/>
              </a:ext>
            </a:extLst>
          </p:cNvPr>
          <p:cNvCxnSpPr>
            <a:cxnSpLocks/>
          </p:cNvCxnSpPr>
          <p:nvPr/>
        </p:nvCxnSpPr>
        <p:spPr>
          <a:xfrm flipV="1">
            <a:off x="4989306" y="2922718"/>
            <a:ext cx="3939728" cy="1771036"/>
          </a:xfrm>
          <a:prstGeom prst="bentConnector3">
            <a:avLst>
              <a:gd name="adj1" fmla="val 100338"/>
            </a:avLst>
          </a:prstGeom>
          <a:ln w="63500">
            <a:solidFill>
              <a:srgbClr val="FF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カギ線コネクタ 72">
            <a:extLst>
              <a:ext uri="{FF2B5EF4-FFF2-40B4-BE49-F238E27FC236}">
                <a16:creationId xmlns:a16="http://schemas.microsoft.com/office/drawing/2014/main" id="{E244E7C0-DF4D-D8B8-1384-30C84F686A15}"/>
              </a:ext>
            </a:extLst>
          </p:cNvPr>
          <p:cNvCxnSpPr>
            <a:cxnSpLocks/>
            <a:stCxn id="62" idx="6"/>
            <a:endCxn id="57" idx="6"/>
          </p:cNvCxnSpPr>
          <p:nvPr/>
        </p:nvCxnSpPr>
        <p:spPr>
          <a:xfrm flipV="1">
            <a:off x="8698536" y="2005942"/>
            <a:ext cx="10829" cy="902955"/>
          </a:xfrm>
          <a:prstGeom prst="bentConnector3">
            <a:avLst>
              <a:gd name="adj1" fmla="val 2210998"/>
            </a:avLst>
          </a:prstGeom>
          <a:ln w="635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カギ線コネクタ 83">
            <a:extLst>
              <a:ext uri="{FF2B5EF4-FFF2-40B4-BE49-F238E27FC236}">
                <a16:creationId xmlns:a16="http://schemas.microsoft.com/office/drawing/2014/main" id="{6B617133-E469-10D6-9E6A-90C6A08E7386}"/>
              </a:ext>
            </a:extLst>
          </p:cNvPr>
          <p:cNvCxnSpPr>
            <a:cxnSpLocks/>
            <a:stCxn id="56" idx="0"/>
          </p:cNvCxnSpPr>
          <p:nvPr/>
        </p:nvCxnSpPr>
        <p:spPr>
          <a:xfrm rot="16200000" flipV="1">
            <a:off x="6426790" y="-601140"/>
            <a:ext cx="889913" cy="3523380"/>
          </a:xfrm>
          <a:prstGeom prst="bentConnector2">
            <a:avLst/>
          </a:prstGeom>
          <a:ln w="635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カギ線コネクタ 87">
            <a:extLst>
              <a:ext uri="{FF2B5EF4-FFF2-40B4-BE49-F238E27FC236}">
                <a16:creationId xmlns:a16="http://schemas.microsoft.com/office/drawing/2014/main" id="{6DE105D9-992C-C4E0-C592-E3F657137A33}"/>
              </a:ext>
            </a:extLst>
          </p:cNvPr>
          <p:cNvCxnSpPr>
            <a:cxnSpLocks/>
            <a:endCxn id="63" idx="2"/>
          </p:cNvCxnSpPr>
          <p:nvPr/>
        </p:nvCxnSpPr>
        <p:spPr>
          <a:xfrm flipV="1">
            <a:off x="5622331" y="3221935"/>
            <a:ext cx="2899626" cy="1105761"/>
          </a:xfrm>
          <a:prstGeom prst="bentConnector3">
            <a:avLst>
              <a:gd name="adj1" fmla="val 91774"/>
            </a:avLst>
          </a:prstGeom>
          <a:ln w="63500">
            <a:solidFill>
              <a:srgbClr val="00B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カギ線コネクタ 89">
            <a:extLst>
              <a:ext uri="{FF2B5EF4-FFF2-40B4-BE49-F238E27FC236}">
                <a16:creationId xmlns:a16="http://schemas.microsoft.com/office/drawing/2014/main" id="{06DAEA53-FAB6-A927-44F1-20189096AD40}"/>
              </a:ext>
            </a:extLst>
          </p:cNvPr>
          <p:cNvCxnSpPr>
            <a:cxnSpLocks/>
            <a:endCxn id="64" idx="2"/>
          </p:cNvCxnSpPr>
          <p:nvPr/>
        </p:nvCxnSpPr>
        <p:spPr>
          <a:xfrm rot="5400000" flipH="1" flipV="1">
            <a:off x="7976650" y="3923909"/>
            <a:ext cx="950716" cy="139897"/>
          </a:xfrm>
          <a:prstGeom prst="bentConnector2">
            <a:avLst/>
          </a:prstGeom>
          <a:ln w="63500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カギ線コネクタ 92">
            <a:extLst>
              <a:ext uri="{FF2B5EF4-FFF2-40B4-BE49-F238E27FC236}">
                <a16:creationId xmlns:a16="http://schemas.microsoft.com/office/drawing/2014/main" id="{8CF751F6-7C5B-0453-A9F9-2365D1AFD679}"/>
              </a:ext>
            </a:extLst>
          </p:cNvPr>
          <p:cNvCxnSpPr>
            <a:cxnSpLocks/>
            <a:stCxn id="301" idx="2"/>
            <a:endCxn id="302" idx="0"/>
          </p:cNvCxnSpPr>
          <p:nvPr/>
        </p:nvCxnSpPr>
        <p:spPr>
          <a:xfrm rot="5400000" flipH="1">
            <a:off x="4874627" y="1654620"/>
            <a:ext cx="1265989" cy="3819486"/>
          </a:xfrm>
          <a:prstGeom prst="bentConnector4">
            <a:avLst>
              <a:gd name="adj1" fmla="val -63337"/>
              <a:gd name="adj2" fmla="val 135438"/>
            </a:avLst>
          </a:prstGeom>
          <a:ln w="63500">
            <a:solidFill>
              <a:schemeClr val="accent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カギ線コネクタ 95">
            <a:extLst>
              <a:ext uri="{FF2B5EF4-FFF2-40B4-BE49-F238E27FC236}">
                <a16:creationId xmlns:a16="http://schemas.microsoft.com/office/drawing/2014/main" id="{E8569C39-8598-1840-CD7C-B5545BC3199C}"/>
              </a:ext>
            </a:extLst>
          </p:cNvPr>
          <p:cNvCxnSpPr>
            <a:cxnSpLocks/>
            <a:endCxn id="58" idx="2"/>
          </p:cNvCxnSpPr>
          <p:nvPr/>
        </p:nvCxnSpPr>
        <p:spPr>
          <a:xfrm flipV="1">
            <a:off x="8042479" y="2302506"/>
            <a:ext cx="498547" cy="25811"/>
          </a:xfrm>
          <a:prstGeom prst="bentConnector3">
            <a:avLst>
              <a:gd name="adj1" fmla="val 50000"/>
            </a:avLst>
          </a:prstGeom>
          <a:ln w="63500">
            <a:solidFill>
              <a:srgbClr val="FFC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カギ線コネクタ 101">
            <a:extLst>
              <a:ext uri="{FF2B5EF4-FFF2-40B4-BE49-F238E27FC236}">
                <a16:creationId xmlns:a16="http://schemas.microsoft.com/office/drawing/2014/main" id="{BF5ACDBE-645A-FDBB-44AB-9FDF576FD27F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7039822" y="2740427"/>
            <a:ext cx="1432371" cy="659177"/>
          </a:xfrm>
          <a:prstGeom prst="bentConnector3">
            <a:avLst>
              <a:gd name="adj1" fmla="val 256"/>
            </a:avLst>
          </a:prstGeom>
          <a:ln w="63500">
            <a:solidFill>
              <a:srgbClr val="FFC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カギ線コネクタ 104">
            <a:extLst>
              <a:ext uri="{FF2B5EF4-FFF2-40B4-BE49-F238E27FC236}">
                <a16:creationId xmlns:a16="http://schemas.microsoft.com/office/drawing/2014/main" id="{AF25FC20-4FEB-23CC-412F-58D14A6A1C99}"/>
              </a:ext>
            </a:extLst>
          </p:cNvPr>
          <p:cNvCxnSpPr>
            <a:cxnSpLocks/>
          </p:cNvCxnSpPr>
          <p:nvPr/>
        </p:nvCxnSpPr>
        <p:spPr>
          <a:xfrm flipV="1">
            <a:off x="7426411" y="3176536"/>
            <a:ext cx="800215" cy="8743"/>
          </a:xfrm>
          <a:prstGeom prst="bentConnector3">
            <a:avLst>
              <a:gd name="adj1" fmla="val 50000"/>
            </a:avLst>
          </a:prstGeom>
          <a:ln w="635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カギ線コネクタ 108">
            <a:extLst>
              <a:ext uri="{FF2B5EF4-FFF2-40B4-BE49-F238E27FC236}">
                <a16:creationId xmlns:a16="http://schemas.microsoft.com/office/drawing/2014/main" id="{FFE7FD46-384B-2EAE-F6BC-8953CC96D37B}"/>
              </a:ext>
            </a:extLst>
          </p:cNvPr>
          <p:cNvCxnSpPr>
            <a:cxnSpLocks/>
            <a:endCxn id="59" idx="2"/>
          </p:cNvCxnSpPr>
          <p:nvPr/>
        </p:nvCxnSpPr>
        <p:spPr>
          <a:xfrm rot="5400000" flipH="1" flipV="1">
            <a:off x="8056182" y="2748768"/>
            <a:ext cx="609827" cy="343381"/>
          </a:xfrm>
          <a:prstGeom prst="bentConnector2">
            <a:avLst/>
          </a:prstGeom>
          <a:ln w="635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8" name="グループ化 117">
            <a:extLst>
              <a:ext uri="{FF2B5EF4-FFF2-40B4-BE49-F238E27FC236}">
                <a16:creationId xmlns:a16="http://schemas.microsoft.com/office/drawing/2014/main" id="{C597A551-D22E-D351-BBDC-099064DE1739}"/>
              </a:ext>
            </a:extLst>
          </p:cNvPr>
          <p:cNvGrpSpPr/>
          <p:nvPr/>
        </p:nvGrpSpPr>
        <p:grpSpPr>
          <a:xfrm>
            <a:off x="4484846" y="863808"/>
            <a:ext cx="422151" cy="1012357"/>
            <a:chOff x="4618386" y="549870"/>
            <a:chExt cx="422151" cy="1012357"/>
          </a:xfrm>
        </p:grpSpPr>
        <p:sp>
          <p:nvSpPr>
            <p:cNvPr id="117" name="正方形/長方形 116">
              <a:extLst>
                <a:ext uri="{FF2B5EF4-FFF2-40B4-BE49-F238E27FC236}">
                  <a16:creationId xmlns:a16="http://schemas.microsoft.com/office/drawing/2014/main" id="{F96F4464-5A98-2801-D3C5-EE34571E9F61}"/>
                </a:ext>
              </a:extLst>
            </p:cNvPr>
            <p:cNvSpPr/>
            <p:nvPr/>
          </p:nvSpPr>
          <p:spPr>
            <a:xfrm>
              <a:off x="4618386" y="549870"/>
              <a:ext cx="422151" cy="101235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116" name="グループ化 115">
              <a:extLst>
                <a:ext uri="{FF2B5EF4-FFF2-40B4-BE49-F238E27FC236}">
                  <a16:creationId xmlns:a16="http://schemas.microsoft.com/office/drawing/2014/main" id="{F1BBBBEF-7315-B74D-A90A-BE8D396F3498}"/>
                </a:ext>
              </a:extLst>
            </p:cNvPr>
            <p:cNvGrpSpPr/>
            <p:nvPr/>
          </p:nvGrpSpPr>
          <p:grpSpPr>
            <a:xfrm>
              <a:off x="4735154" y="680547"/>
              <a:ext cx="176579" cy="784397"/>
              <a:chOff x="8159036" y="1423788"/>
              <a:chExt cx="176579" cy="784397"/>
            </a:xfrm>
          </p:grpSpPr>
          <p:sp>
            <p:nvSpPr>
              <p:cNvPr id="113" name="円/楕円 112">
                <a:extLst>
                  <a:ext uri="{FF2B5EF4-FFF2-40B4-BE49-F238E27FC236}">
                    <a16:creationId xmlns:a16="http://schemas.microsoft.com/office/drawing/2014/main" id="{6C6070B3-90C5-3A6E-E12B-A4CC835771D4}"/>
                  </a:ext>
                </a:extLst>
              </p:cNvPr>
              <p:cNvSpPr/>
              <p:nvPr/>
            </p:nvSpPr>
            <p:spPr>
              <a:xfrm>
                <a:off x="8167276" y="1423788"/>
                <a:ext cx="168339" cy="17479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14" name="円/楕円 113">
                <a:extLst>
                  <a:ext uri="{FF2B5EF4-FFF2-40B4-BE49-F238E27FC236}">
                    <a16:creationId xmlns:a16="http://schemas.microsoft.com/office/drawing/2014/main" id="{D8530189-8432-EA2B-868B-4C1A0E641434}"/>
                  </a:ext>
                </a:extLst>
              </p:cNvPr>
              <p:cNvSpPr/>
              <p:nvPr/>
            </p:nvSpPr>
            <p:spPr>
              <a:xfrm>
                <a:off x="8159036" y="1736826"/>
                <a:ext cx="168339" cy="17479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15" name="円/楕円 114">
                <a:extLst>
                  <a:ext uri="{FF2B5EF4-FFF2-40B4-BE49-F238E27FC236}">
                    <a16:creationId xmlns:a16="http://schemas.microsoft.com/office/drawing/2014/main" id="{5024CC93-B560-7EB4-5AB7-0589239C8866}"/>
                  </a:ext>
                </a:extLst>
              </p:cNvPr>
              <p:cNvSpPr/>
              <p:nvPr/>
            </p:nvSpPr>
            <p:spPr>
              <a:xfrm>
                <a:off x="8159036" y="2033390"/>
                <a:ext cx="168339" cy="17479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</p:grpSp>
      <p:sp>
        <p:nvSpPr>
          <p:cNvPr id="119" name="テキスト ボックス 118">
            <a:extLst>
              <a:ext uri="{FF2B5EF4-FFF2-40B4-BE49-F238E27FC236}">
                <a16:creationId xmlns:a16="http://schemas.microsoft.com/office/drawing/2014/main" id="{A8642081-395C-9EEB-5C51-500EB11B7D6A}"/>
              </a:ext>
            </a:extLst>
          </p:cNvPr>
          <p:cNvSpPr txBox="1"/>
          <p:nvPr/>
        </p:nvSpPr>
        <p:spPr>
          <a:xfrm>
            <a:off x="3757289" y="950077"/>
            <a:ext cx="69762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VIN</a:t>
            </a:r>
          </a:p>
          <a:p>
            <a:r>
              <a:rPr lang="en-US" altLang="ja-JP" dirty="0"/>
              <a:t>OUT</a:t>
            </a:r>
          </a:p>
          <a:p>
            <a:r>
              <a:rPr kumimoji="1" lang="en-US" altLang="ja-JP" dirty="0"/>
              <a:t>GND</a:t>
            </a:r>
            <a:endParaRPr kumimoji="1" lang="ja-JP" altLang="en-US"/>
          </a:p>
        </p:txBody>
      </p:sp>
      <p:cxnSp>
        <p:nvCxnSpPr>
          <p:cNvPr id="120" name="カギ線コネクタ 119">
            <a:extLst>
              <a:ext uri="{FF2B5EF4-FFF2-40B4-BE49-F238E27FC236}">
                <a16:creationId xmlns:a16="http://schemas.microsoft.com/office/drawing/2014/main" id="{520FFC38-2CE3-004E-85E1-25BDB6BBF578}"/>
              </a:ext>
            </a:extLst>
          </p:cNvPr>
          <p:cNvCxnSpPr>
            <a:cxnSpLocks/>
            <a:endCxn id="115" idx="4"/>
          </p:cNvCxnSpPr>
          <p:nvPr/>
        </p:nvCxnSpPr>
        <p:spPr>
          <a:xfrm rot="5400000" flipH="1" flipV="1">
            <a:off x="4265173" y="2152147"/>
            <a:ext cx="793876" cy="47346"/>
          </a:xfrm>
          <a:prstGeom prst="bentConnector3">
            <a:avLst>
              <a:gd name="adj1" fmla="val 50000"/>
            </a:avLst>
          </a:prstGeom>
          <a:ln w="635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カギ線コネクタ 122">
            <a:extLst>
              <a:ext uri="{FF2B5EF4-FFF2-40B4-BE49-F238E27FC236}">
                <a16:creationId xmlns:a16="http://schemas.microsoft.com/office/drawing/2014/main" id="{C32C82AF-A91B-4302-78E6-2E0BFD2B14C7}"/>
              </a:ext>
            </a:extLst>
          </p:cNvPr>
          <p:cNvCxnSpPr>
            <a:cxnSpLocks/>
            <a:stCxn id="114" idx="2"/>
          </p:cNvCxnSpPr>
          <p:nvPr/>
        </p:nvCxnSpPr>
        <p:spPr>
          <a:xfrm rot="10800000" flipH="1" flipV="1">
            <a:off x="4601613" y="1394921"/>
            <a:ext cx="1350515" cy="869146"/>
          </a:xfrm>
          <a:prstGeom prst="bentConnector3">
            <a:avLst>
              <a:gd name="adj1" fmla="val 34311"/>
            </a:avLst>
          </a:prstGeom>
          <a:ln w="63500">
            <a:solidFill>
              <a:srgbClr val="FF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27" name="グループ化 126">
            <a:extLst>
              <a:ext uri="{FF2B5EF4-FFF2-40B4-BE49-F238E27FC236}">
                <a16:creationId xmlns:a16="http://schemas.microsoft.com/office/drawing/2014/main" id="{ACCEA447-D721-6C72-02FC-9E3B410519E4}"/>
              </a:ext>
            </a:extLst>
          </p:cNvPr>
          <p:cNvGrpSpPr/>
          <p:nvPr/>
        </p:nvGrpSpPr>
        <p:grpSpPr>
          <a:xfrm rot="16200000">
            <a:off x="2910126" y="754678"/>
            <a:ext cx="422151" cy="746987"/>
            <a:chOff x="4618386" y="586941"/>
            <a:chExt cx="422151" cy="746987"/>
          </a:xfrm>
        </p:grpSpPr>
        <p:sp>
          <p:nvSpPr>
            <p:cNvPr id="128" name="正方形/長方形 127">
              <a:extLst>
                <a:ext uri="{FF2B5EF4-FFF2-40B4-BE49-F238E27FC236}">
                  <a16:creationId xmlns:a16="http://schemas.microsoft.com/office/drawing/2014/main" id="{1E5AFD74-4995-717A-E478-4AD844A32EB8}"/>
                </a:ext>
              </a:extLst>
            </p:cNvPr>
            <p:cNvSpPr/>
            <p:nvPr/>
          </p:nvSpPr>
          <p:spPr>
            <a:xfrm>
              <a:off x="4618386" y="586941"/>
              <a:ext cx="422151" cy="74698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129" name="グループ化 128">
              <a:extLst>
                <a:ext uri="{FF2B5EF4-FFF2-40B4-BE49-F238E27FC236}">
                  <a16:creationId xmlns:a16="http://schemas.microsoft.com/office/drawing/2014/main" id="{489FE452-F654-9493-8D53-E1B1E2B57643}"/>
                </a:ext>
              </a:extLst>
            </p:cNvPr>
            <p:cNvGrpSpPr/>
            <p:nvPr/>
          </p:nvGrpSpPr>
          <p:grpSpPr>
            <a:xfrm>
              <a:off x="4735154" y="680547"/>
              <a:ext cx="176579" cy="487833"/>
              <a:chOff x="8159036" y="1423788"/>
              <a:chExt cx="176579" cy="487833"/>
            </a:xfrm>
          </p:grpSpPr>
          <p:sp>
            <p:nvSpPr>
              <p:cNvPr id="130" name="円/楕円 129">
                <a:extLst>
                  <a:ext uri="{FF2B5EF4-FFF2-40B4-BE49-F238E27FC236}">
                    <a16:creationId xmlns:a16="http://schemas.microsoft.com/office/drawing/2014/main" id="{DBE3515A-88CB-AA41-0BC2-EE6E859FF52A}"/>
                  </a:ext>
                </a:extLst>
              </p:cNvPr>
              <p:cNvSpPr/>
              <p:nvPr/>
            </p:nvSpPr>
            <p:spPr>
              <a:xfrm>
                <a:off x="8167276" y="1423788"/>
                <a:ext cx="168339" cy="17479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31" name="円/楕円 130">
                <a:extLst>
                  <a:ext uri="{FF2B5EF4-FFF2-40B4-BE49-F238E27FC236}">
                    <a16:creationId xmlns:a16="http://schemas.microsoft.com/office/drawing/2014/main" id="{07E52155-6559-E542-6F36-BEF08BC87D03}"/>
                  </a:ext>
                </a:extLst>
              </p:cNvPr>
              <p:cNvSpPr/>
              <p:nvPr/>
            </p:nvSpPr>
            <p:spPr>
              <a:xfrm>
                <a:off x="8159036" y="1736826"/>
                <a:ext cx="168339" cy="174795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</p:grpSp>
      <p:sp>
        <p:nvSpPr>
          <p:cNvPr id="133" name="テキスト ボックス 132">
            <a:extLst>
              <a:ext uri="{FF2B5EF4-FFF2-40B4-BE49-F238E27FC236}">
                <a16:creationId xmlns:a16="http://schemas.microsoft.com/office/drawing/2014/main" id="{41379CB3-4ECF-C041-C0B9-031F71352B3F}"/>
              </a:ext>
            </a:extLst>
          </p:cNvPr>
          <p:cNvSpPr txBox="1"/>
          <p:nvPr/>
        </p:nvSpPr>
        <p:spPr>
          <a:xfrm rot="5400000">
            <a:off x="2689222" y="1356425"/>
            <a:ext cx="69762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VIN</a:t>
            </a:r>
          </a:p>
          <a:p>
            <a:r>
              <a:rPr kumimoji="1" lang="en-US" altLang="ja-JP" dirty="0"/>
              <a:t>GND</a:t>
            </a:r>
            <a:endParaRPr kumimoji="1" lang="ja-JP" altLang="en-US"/>
          </a:p>
        </p:txBody>
      </p:sp>
      <p:cxnSp>
        <p:nvCxnSpPr>
          <p:cNvPr id="134" name="カギ線コネクタ 133">
            <a:extLst>
              <a:ext uri="{FF2B5EF4-FFF2-40B4-BE49-F238E27FC236}">
                <a16:creationId xmlns:a16="http://schemas.microsoft.com/office/drawing/2014/main" id="{52CDFADA-EC40-35F9-47BF-BE83CD603B57}"/>
              </a:ext>
            </a:extLst>
          </p:cNvPr>
          <p:cNvCxnSpPr>
            <a:cxnSpLocks/>
            <a:stCxn id="130" idx="2"/>
            <a:endCxn id="115" idx="2"/>
          </p:cNvCxnSpPr>
          <p:nvPr/>
        </p:nvCxnSpPr>
        <p:spPr>
          <a:xfrm rot="16200000" flipH="1">
            <a:off x="3526540" y="616411"/>
            <a:ext cx="477246" cy="1672902"/>
          </a:xfrm>
          <a:prstGeom prst="bentConnector2">
            <a:avLst/>
          </a:prstGeom>
          <a:ln w="635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カギ線コネクタ 136">
            <a:extLst>
              <a:ext uri="{FF2B5EF4-FFF2-40B4-BE49-F238E27FC236}">
                <a16:creationId xmlns:a16="http://schemas.microsoft.com/office/drawing/2014/main" id="{B150DADE-553C-EB13-7C13-AA23F637A76C}"/>
              </a:ext>
            </a:extLst>
          </p:cNvPr>
          <p:cNvCxnSpPr>
            <a:cxnSpLocks/>
            <a:stCxn id="131" idx="5"/>
            <a:endCxn id="113" idx="2"/>
          </p:cNvCxnSpPr>
          <p:nvPr/>
        </p:nvCxnSpPr>
        <p:spPr>
          <a:xfrm>
            <a:off x="3303549" y="1078793"/>
            <a:ext cx="1306305" cy="3090"/>
          </a:xfrm>
          <a:prstGeom prst="bentConnector3">
            <a:avLst>
              <a:gd name="adj1" fmla="val 50000"/>
            </a:avLst>
          </a:prstGeom>
          <a:ln w="635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カギ線コネクタ 170">
            <a:extLst>
              <a:ext uri="{FF2B5EF4-FFF2-40B4-BE49-F238E27FC236}">
                <a16:creationId xmlns:a16="http://schemas.microsoft.com/office/drawing/2014/main" id="{FB324D81-4E33-8908-A337-D7B5417513DC}"/>
              </a:ext>
            </a:extLst>
          </p:cNvPr>
          <p:cNvCxnSpPr>
            <a:cxnSpLocks/>
          </p:cNvCxnSpPr>
          <p:nvPr/>
        </p:nvCxnSpPr>
        <p:spPr>
          <a:xfrm rot="5400000">
            <a:off x="5338302" y="3794235"/>
            <a:ext cx="866935" cy="273303"/>
          </a:xfrm>
          <a:prstGeom prst="bentConnector3">
            <a:avLst>
              <a:gd name="adj1" fmla="val -2053"/>
            </a:avLst>
          </a:prstGeom>
          <a:ln w="63500">
            <a:solidFill>
              <a:srgbClr val="00B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カギ線コネクタ 181">
            <a:extLst>
              <a:ext uri="{FF2B5EF4-FFF2-40B4-BE49-F238E27FC236}">
                <a16:creationId xmlns:a16="http://schemas.microsoft.com/office/drawing/2014/main" id="{69B38021-2AC3-0124-5735-3BC7C9781242}"/>
              </a:ext>
            </a:extLst>
          </p:cNvPr>
          <p:cNvCxnSpPr>
            <a:cxnSpLocks/>
          </p:cNvCxnSpPr>
          <p:nvPr/>
        </p:nvCxnSpPr>
        <p:spPr>
          <a:xfrm rot="5400000">
            <a:off x="5058795" y="3541786"/>
            <a:ext cx="1334520" cy="592173"/>
          </a:xfrm>
          <a:prstGeom prst="bentConnector3">
            <a:avLst>
              <a:gd name="adj1" fmla="val 925"/>
            </a:avLst>
          </a:prstGeom>
          <a:ln w="63500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カギ線コネクタ 191">
            <a:extLst>
              <a:ext uri="{FF2B5EF4-FFF2-40B4-BE49-F238E27FC236}">
                <a16:creationId xmlns:a16="http://schemas.microsoft.com/office/drawing/2014/main" id="{34306117-36E3-5C76-BAC2-38F41F268FFF}"/>
              </a:ext>
            </a:extLst>
          </p:cNvPr>
          <p:cNvCxnSpPr>
            <a:cxnSpLocks/>
          </p:cNvCxnSpPr>
          <p:nvPr/>
        </p:nvCxnSpPr>
        <p:spPr>
          <a:xfrm rot="10800000">
            <a:off x="5436323" y="4491363"/>
            <a:ext cx="2945737" cy="9873"/>
          </a:xfrm>
          <a:prstGeom prst="bentConnector3">
            <a:avLst>
              <a:gd name="adj1" fmla="val 50000"/>
            </a:avLst>
          </a:prstGeom>
          <a:ln w="63500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カギ線コネクタ 216">
            <a:extLst>
              <a:ext uri="{FF2B5EF4-FFF2-40B4-BE49-F238E27FC236}">
                <a16:creationId xmlns:a16="http://schemas.microsoft.com/office/drawing/2014/main" id="{4DF8F2E9-153C-7251-1CF7-ACFD8C2B401F}"/>
              </a:ext>
            </a:extLst>
          </p:cNvPr>
          <p:cNvCxnSpPr>
            <a:cxnSpLocks/>
          </p:cNvCxnSpPr>
          <p:nvPr/>
        </p:nvCxnSpPr>
        <p:spPr>
          <a:xfrm flipV="1">
            <a:off x="4597232" y="2592678"/>
            <a:ext cx="1263026" cy="5503"/>
          </a:xfrm>
          <a:prstGeom prst="bentConnector3">
            <a:avLst>
              <a:gd name="adj1" fmla="val 50000"/>
            </a:avLst>
          </a:prstGeom>
          <a:ln w="63500">
            <a:solidFill>
              <a:schemeClr val="tx1">
                <a:lumMod val="50000"/>
                <a:lumOff val="50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カギ線コネクタ 78">
            <a:extLst>
              <a:ext uri="{FF2B5EF4-FFF2-40B4-BE49-F238E27FC236}">
                <a16:creationId xmlns:a16="http://schemas.microsoft.com/office/drawing/2014/main" id="{9008CE9A-39DF-074C-115B-BC2ECD517AFB}"/>
              </a:ext>
            </a:extLst>
          </p:cNvPr>
          <p:cNvCxnSpPr>
            <a:cxnSpLocks/>
            <a:stCxn id="115" idx="6"/>
          </p:cNvCxnSpPr>
          <p:nvPr/>
        </p:nvCxnSpPr>
        <p:spPr>
          <a:xfrm flipV="1">
            <a:off x="4769953" y="707694"/>
            <a:ext cx="374490" cy="983791"/>
          </a:xfrm>
          <a:prstGeom prst="bentConnector2">
            <a:avLst/>
          </a:prstGeom>
          <a:ln w="635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7" name="左中かっこ 226">
            <a:extLst>
              <a:ext uri="{FF2B5EF4-FFF2-40B4-BE49-F238E27FC236}">
                <a16:creationId xmlns:a16="http://schemas.microsoft.com/office/drawing/2014/main" id="{84832358-732A-7599-ED87-C711D9A34F84}"/>
              </a:ext>
            </a:extLst>
          </p:cNvPr>
          <p:cNvSpPr/>
          <p:nvPr/>
        </p:nvSpPr>
        <p:spPr>
          <a:xfrm rot="16200000">
            <a:off x="5248424" y="4793376"/>
            <a:ext cx="282897" cy="905626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8" name="テキスト ボックス 227">
            <a:extLst>
              <a:ext uri="{FF2B5EF4-FFF2-40B4-BE49-F238E27FC236}">
                <a16:creationId xmlns:a16="http://schemas.microsoft.com/office/drawing/2014/main" id="{245CE7E1-757D-DE67-7C74-FCD9EAA65DDF}"/>
              </a:ext>
            </a:extLst>
          </p:cNvPr>
          <p:cNvSpPr txBox="1"/>
          <p:nvPr/>
        </p:nvSpPr>
        <p:spPr>
          <a:xfrm>
            <a:off x="5009800" y="5476830"/>
            <a:ext cx="7601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6pins</a:t>
            </a:r>
            <a:endParaRPr kumimoji="1" lang="ja-JP" altLang="en-US"/>
          </a:p>
        </p:txBody>
      </p:sp>
      <p:sp>
        <p:nvSpPr>
          <p:cNvPr id="229" name="左中かっこ 228">
            <a:extLst>
              <a:ext uri="{FF2B5EF4-FFF2-40B4-BE49-F238E27FC236}">
                <a16:creationId xmlns:a16="http://schemas.microsoft.com/office/drawing/2014/main" id="{C5820DEB-5CDE-B2B4-025E-BD277C147615}"/>
              </a:ext>
            </a:extLst>
          </p:cNvPr>
          <p:cNvSpPr/>
          <p:nvPr/>
        </p:nvSpPr>
        <p:spPr>
          <a:xfrm rot="10800000">
            <a:off x="9047289" y="4133136"/>
            <a:ext cx="224116" cy="659816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0" name="テキスト ボックス 229">
            <a:extLst>
              <a:ext uri="{FF2B5EF4-FFF2-40B4-BE49-F238E27FC236}">
                <a16:creationId xmlns:a16="http://schemas.microsoft.com/office/drawing/2014/main" id="{6950FBCE-1A94-6F1A-F284-E0ECC03A0F28}"/>
              </a:ext>
            </a:extLst>
          </p:cNvPr>
          <p:cNvSpPr txBox="1"/>
          <p:nvPr/>
        </p:nvSpPr>
        <p:spPr>
          <a:xfrm>
            <a:off x="9310389" y="4284550"/>
            <a:ext cx="7601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2</a:t>
            </a:r>
            <a:r>
              <a:rPr kumimoji="1" lang="en-US" altLang="ja-JP" dirty="0"/>
              <a:t>pins</a:t>
            </a:r>
            <a:endParaRPr kumimoji="1" lang="ja-JP" altLang="en-US"/>
          </a:p>
        </p:txBody>
      </p:sp>
      <p:sp>
        <p:nvSpPr>
          <p:cNvPr id="250" name="左中かっこ 249">
            <a:extLst>
              <a:ext uri="{FF2B5EF4-FFF2-40B4-BE49-F238E27FC236}">
                <a16:creationId xmlns:a16="http://schemas.microsoft.com/office/drawing/2014/main" id="{42311304-7BEE-C336-5B4D-7CD46069F3D9}"/>
              </a:ext>
            </a:extLst>
          </p:cNvPr>
          <p:cNvSpPr/>
          <p:nvPr/>
        </p:nvSpPr>
        <p:spPr>
          <a:xfrm rot="10800000">
            <a:off x="8954067" y="689543"/>
            <a:ext cx="224116" cy="659816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1" name="テキスト ボックス 250">
            <a:extLst>
              <a:ext uri="{FF2B5EF4-FFF2-40B4-BE49-F238E27FC236}">
                <a16:creationId xmlns:a16="http://schemas.microsoft.com/office/drawing/2014/main" id="{7AA9EFE8-57E5-F196-F7E4-E755DBE15B07}"/>
              </a:ext>
            </a:extLst>
          </p:cNvPr>
          <p:cNvSpPr txBox="1"/>
          <p:nvPr/>
        </p:nvSpPr>
        <p:spPr>
          <a:xfrm>
            <a:off x="9217167" y="840957"/>
            <a:ext cx="7601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2</a:t>
            </a:r>
            <a:r>
              <a:rPr kumimoji="1" lang="en-US" altLang="ja-JP" dirty="0"/>
              <a:t>pins</a:t>
            </a:r>
            <a:endParaRPr kumimoji="1" lang="ja-JP" altLang="en-US"/>
          </a:p>
        </p:txBody>
      </p:sp>
      <p:sp>
        <p:nvSpPr>
          <p:cNvPr id="252" name="左中かっこ 251">
            <a:extLst>
              <a:ext uri="{FF2B5EF4-FFF2-40B4-BE49-F238E27FC236}">
                <a16:creationId xmlns:a16="http://schemas.microsoft.com/office/drawing/2014/main" id="{5B7C7762-2E5C-8BB7-C15B-909345ABB1A3}"/>
              </a:ext>
            </a:extLst>
          </p:cNvPr>
          <p:cNvSpPr/>
          <p:nvPr/>
        </p:nvSpPr>
        <p:spPr>
          <a:xfrm rot="16200000">
            <a:off x="7627345" y="5014708"/>
            <a:ext cx="246861" cy="376877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3" name="テキスト ボックス 252">
            <a:extLst>
              <a:ext uri="{FF2B5EF4-FFF2-40B4-BE49-F238E27FC236}">
                <a16:creationId xmlns:a16="http://schemas.microsoft.com/office/drawing/2014/main" id="{2C5D555B-0611-3788-EE3B-BBBDCD90BDB6}"/>
              </a:ext>
            </a:extLst>
          </p:cNvPr>
          <p:cNvSpPr txBox="1"/>
          <p:nvPr/>
        </p:nvSpPr>
        <p:spPr>
          <a:xfrm>
            <a:off x="7434545" y="5329055"/>
            <a:ext cx="7601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3</a:t>
            </a:r>
            <a:r>
              <a:rPr kumimoji="1" lang="en-US" altLang="ja-JP" dirty="0"/>
              <a:t>pins</a:t>
            </a:r>
            <a:endParaRPr kumimoji="1" lang="ja-JP" altLang="en-US"/>
          </a:p>
        </p:txBody>
      </p:sp>
      <p:grpSp>
        <p:nvGrpSpPr>
          <p:cNvPr id="259" name="グループ化 258">
            <a:extLst>
              <a:ext uri="{FF2B5EF4-FFF2-40B4-BE49-F238E27FC236}">
                <a16:creationId xmlns:a16="http://schemas.microsoft.com/office/drawing/2014/main" id="{27995931-D6E3-8CDB-4ACB-56B5AEAC6942}"/>
              </a:ext>
            </a:extLst>
          </p:cNvPr>
          <p:cNvGrpSpPr/>
          <p:nvPr/>
        </p:nvGrpSpPr>
        <p:grpSpPr>
          <a:xfrm rot="5400000">
            <a:off x="7988549" y="735972"/>
            <a:ext cx="176579" cy="784397"/>
            <a:chOff x="8159036" y="1423788"/>
            <a:chExt cx="176579" cy="784397"/>
          </a:xfrm>
        </p:grpSpPr>
        <p:sp>
          <p:nvSpPr>
            <p:cNvPr id="260" name="円/楕円 259">
              <a:extLst>
                <a:ext uri="{FF2B5EF4-FFF2-40B4-BE49-F238E27FC236}">
                  <a16:creationId xmlns:a16="http://schemas.microsoft.com/office/drawing/2014/main" id="{3A28F3FD-ABF1-0315-9C96-C97F9A4D82D1}"/>
                </a:ext>
              </a:extLst>
            </p:cNvPr>
            <p:cNvSpPr/>
            <p:nvPr/>
          </p:nvSpPr>
          <p:spPr>
            <a:xfrm>
              <a:off x="8167276" y="1423788"/>
              <a:ext cx="168339" cy="17479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61" name="円/楕円 260">
              <a:extLst>
                <a:ext uri="{FF2B5EF4-FFF2-40B4-BE49-F238E27FC236}">
                  <a16:creationId xmlns:a16="http://schemas.microsoft.com/office/drawing/2014/main" id="{7BB44DCA-240B-DD6A-0AE2-1948E2D0666C}"/>
                </a:ext>
              </a:extLst>
            </p:cNvPr>
            <p:cNvSpPr/>
            <p:nvPr/>
          </p:nvSpPr>
          <p:spPr>
            <a:xfrm>
              <a:off x="8159036" y="1736826"/>
              <a:ext cx="168339" cy="17479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62" name="円/楕円 261">
              <a:extLst>
                <a:ext uri="{FF2B5EF4-FFF2-40B4-BE49-F238E27FC236}">
                  <a16:creationId xmlns:a16="http://schemas.microsoft.com/office/drawing/2014/main" id="{225B0F3F-8CD2-A426-9F0A-155E5C00E3B2}"/>
                </a:ext>
              </a:extLst>
            </p:cNvPr>
            <p:cNvSpPr/>
            <p:nvPr/>
          </p:nvSpPr>
          <p:spPr>
            <a:xfrm>
              <a:off x="8159036" y="2033390"/>
              <a:ext cx="168339" cy="17479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cxnSp>
        <p:nvCxnSpPr>
          <p:cNvPr id="281" name="カギ線コネクタ 280">
            <a:extLst>
              <a:ext uri="{FF2B5EF4-FFF2-40B4-BE49-F238E27FC236}">
                <a16:creationId xmlns:a16="http://schemas.microsoft.com/office/drawing/2014/main" id="{6BF3C8F7-01EE-DF48-0E94-D4CB9EEE4989}"/>
              </a:ext>
            </a:extLst>
          </p:cNvPr>
          <p:cNvCxnSpPr>
            <a:cxnSpLocks/>
            <a:stCxn id="260" idx="6"/>
            <a:endCxn id="65" idx="4"/>
          </p:cNvCxnSpPr>
          <p:nvPr/>
        </p:nvCxnSpPr>
        <p:spPr>
          <a:xfrm rot="16200000" flipH="1">
            <a:off x="7138526" y="2459573"/>
            <a:ext cx="2702474" cy="216248"/>
          </a:xfrm>
          <a:prstGeom prst="bentConnector3">
            <a:avLst>
              <a:gd name="adj1" fmla="val 108459"/>
            </a:avLst>
          </a:prstGeom>
          <a:ln w="63500">
            <a:solidFill>
              <a:srgbClr val="00B05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4" name="テキスト ボックス 283">
            <a:extLst>
              <a:ext uri="{FF2B5EF4-FFF2-40B4-BE49-F238E27FC236}">
                <a16:creationId xmlns:a16="http://schemas.microsoft.com/office/drawing/2014/main" id="{5157157C-3C28-0945-5100-4E1B7F2A2DF0}"/>
              </a:ext>
            </a:extLst>
          </p:cNvPr>
          <p:cNvSpPr txBox="1"/>
          <p:nvPr/>
        </p:nvSpPr>
        <p:spPr>
          <a:xfrm>
            <a:off x="7685486" y="701210"/>
            <a:ext cx="8002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S G D</a:t>
            </a:r>
            <a:endParaRPr kumimoji="1" lang="ja-JP" altLang="en-US"/>
          </a:p>
        </p:txBody>
      </p:sp>
      <p:cxnSp>
        <p:nvCxnSpPr>
          <p:cNvPr id="285" name="カギ線コネクタ 284">
            <a:extLst>
              <a:ext uri="{FF2B5EF4-FFF2-40B4-BE49-F238E27FC236}">
                <a16:creationId xmlns:a16="http://schemas.microsoft.com/office/drawing/2014/main" id="{C88C4FD1-7125-8BE5-20AB-6A25F925FEC2}"/>
              </a:ext>
            </a:extLst>
          </p:cNvPr>
          <p:cNvCxnSpPr>
            <a:cxnSpLocks/>
            <a:stCxn id="292" idx="4"/>
            <a:endCxn id="261" idx="6"/>
          </p:cNvCxnSpPr>
          <p:nvPr/>
        </p:nvCxnSpPr>
        <p:spPr>
          <a:xfrm flipV="1">
            <a:off x="7507280" y="1208220"/>
            <a:ext cx="561321" cy="1709407"/>
          </a:xfrm>
          <a:prstGeom prst="bentConnector2">
            <a:avLst/>
          </a:prstGeom>
          <a:ln w="63500">
            <a:solidFill>
              <a:schemeClr val="tx1">
                <a:lumMod val="50000"/>
                <a:lumOff val="50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6" name="正方形/長方形 285">
            <a:extLst>
              <a:ext uri="{FF2B5EF4-FFF2-40B4-BE49-F238E27FC236}">
                <a16:creationId xmlns:a16="http://schemas.microsoft.com/office/drawing/2014/main" id="{2501E35B-9FFF-927B-A2FF-94488CFE87D0}"/>
              </a:ext>
            </a:extLst>
          </p:cNvPr>
          <p:cNvSpPr/>
          <p:nvPr/>
        </p:nvSpPr>
        <p:spPr>
          <a:xfrm rot="5400000">
            <a:off x="7640744" y="1646919"/>
            <a:ext cx="829137" cy="328163"/>
          </a:xfrm>
          <a:prstGeom prst="rect">
            <a:avLst/>
          </a:prstGeom>
          <a:ln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100Ω</a:t>
            </a:r>
            <a:endParaRPr kumimoji="1" lang="ja-JP" altLang="en-US"/>
          </a:p>
        </p:txBody>
      </p:sp>
      <p:sp>
        <p:nvSpPr>
          <p:cNvPr id="292" name="円/楕円 291">
            <a:extLst>
              <a:ext uri="{FF2B5EF4-FFF2-40B4-BE49-F238E27FC236}">
                <a16:creationId xmlns:a16="http://schemas.microsoft.com/office/drawing/2014/main" id="{2D42F629-D683-B4AC-CE27-BF5FCFE608F4}"/>
              </a:ext>
            </a:extLst>
          </p:cNvPr>
          <p:cNvSpPr/>
          <p:nvPr/>
        </p:nvSpPr>
        <p:spPr>
          <a:xfrm rot="16200000">
            <a:off x="7335713" y="2830230"/>
            <a:ext cx="168339" cy="174795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94" name="カギ線コネクタ 293">
            <a:extLst>
              <a:ext uri="{FF2B5EF4-FFF2-40B4-BE49-F238E27FC236}">
                <a16:creationId xmlns:a16="http://schemas.microsoft.com/office/drawing/2014/main" id="{53B0FD23-4FC9-006F-313A-9966DAB779CA}"/>
              </a:ext>
            </a:extLst>
          </p:cNvPr>
          <p:cNvCxnSpPr>
            <a:cxnSpLocks/>
            <a:stCxn id="262" idx="2"/>
          </p:cNvCxnSpPr>
          <p:nvPr/>
        </p:nvCxnSpPr>
        <p:spPr>
          <a:xfrm rot="5400000" flipH="1" flipV="1">
            <a:off x="7589579" y="857423"/>
            <a:ext cx="364916" cy="12700"/>
          </a:xfrm>
          <a:prstGeom prst="bentConnector3">
            <a:avLst>
              <a:gd name="adj1" fmla="val 50000"/>
            </a:avLst>
          </a:prstGeom>
          <a:ln w="635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カギ線コネクタ 296">
            <a:extLst>
              <a:ext uri="{FF2B5EF4-FFF2-40B4-BE49-F238E27FC236}">
                <a16:creationId xmlns:a16="http://schemas.microsoft.com/office/drawing/2014/main" id="{FC71EDD9-C793-67B8-F33A-A841132CF37D}"/>
              </a:ext>
            </a:extLst>
          </p:cNvPr>
          <p:cNvCxnSpPr>
            <a:cxnSpLocks/>
            <a:stCxn id="292" idx="0"/>
          </p:cNvCxnSpPr>
          <p:nvPr/>
        </p:nvCxnSpPr>
        <p:spPr>
          <a:xfrm rot="10800000">
            <a:off x="7097829" y="718121"/>
            <a:ext cx="234656" cy="2199506"/>
          </a:xfrm>
          <a:prstGeom prst="bentConnector2">
            <a:avLst/>
          </a:prstGeom>
          <a:ln w="63500">
            <a:solidFill>
              <a:schemeClr val="tx1">
                <a:lumMod val="50000"/>
                <a:lumOff val="50000"/>
              </a:schemeClr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" name="正方形/長方形 299">
            <a:extLst>
              <a:ext uri="{FF2B5EF4-FFF2-40B4-BE49-F238E27FC236}">
                <a16:creationId xmlns:a16="http://schemas.microsoft.com/office/drawing/2014/main" id="{1350371D-3E05-2ADB-8109-5325B7E7DDCA}"/>
              </a:ext>
            </a:extLst>
          </p:cNvPr>
          <p:cNvSpPr/>
          <p:nvPr/>
        </p:nvSpPr>
        <p:spPr>
          <a:xfrm rot="5400000">
            <a:off x="6689457" y="1798626"/>
            <a:ext cx="829137" cy="328163"/>
          </a:xfrm>
          <a:prstGeom prst="rect">
            <a:avLst/>
          </a:prstGeom>
          <a:ln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15KΩ</a:t>
            </a:r>
            <a:endParaRPr kumimoji="1" lang="ja-JP" altLang="en-US"/>
          </a:p>
        </p:txBody>
      </p:sp>
      <p:sp>
        <p:nvSpPr>
          <p:cNvPr id="301" name="円/楕円 300">
            <a:extLst>
              <a:ext uri="{FF2B5EF4-FFF2-40B4-BE49-F238E27FC236}">
                <a16:creationId xmlns:a16="http://schemas.microsoft.com/office/drawing/2014/main" id="{B742A437-F101-644F-A1EB-5C731EC89C19}"/>
              </a:ext>
            </a:extLst>
          </p:cNvPr>
          <p:cNvSpPr/>
          <p:nvPr/>
        </p:nvSpPr>
        <p:spPr>
          <a:xfrm rot="16200000">
            <a:off x="7333195" y="4025790"/>
            <a:ext cx="168339" cy="174795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2" name="円/楕円 301">
            <a:extLst>
              <a:ext uri="{FF2B5EF4-FFF2-40B4-BE49-F238E27FC236}">
                <a16:creationId xmlns:a16="http://schemas.microsoft.com/office/drawing/2014/main" id="{0F6BA265-7735-0C6E-7953-49D69194E4C1}"/>
              </a:ext>
            </a:extLst>
          </p:cNvPr>
          <p:cNvSpPr/>
          <p:nvPr/>
        </p:nvSpPr>
        <p:spPr>
          <a:xfrm rot="16200000">
            <a:off x="3601107" y="2843971"/>
            <a:ext cx="168339" cy="174795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314699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1235</TotalTime>
  <Words>22</Words>
  <Application>Microsoft Macintosh PowerPoint</Application>
  <PresentationFormat>ワイド画面</PresentationFormat>
  <Paragraphs>20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5" baseType="lpstr">
      <vt:lpstr>游ゴシック</vt:lpstr>
      <vt:lpstr>游ゴシック Light</vt:lpstr>
      <vt:lpstr>Arial</vt:lpstr>
      <vt:lpstr>Office テーマ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谷沢　智史</dc:creator>
  <cp:lastModifiedBy>谷沢　智史</cp:lastModifiedBy>
  <cp:revision>8</cp:revision>
  <dcterms:created xsi:type="dcterms:W3CDTF">2026-01-10T11:32:51Z</dcterms:created>
  <dcterms:modified xsi:type="dcterms:W3CDTF">2026-01-11T08:08:05Z</dcterms:modified>
</cp:coreProperties>
</file>