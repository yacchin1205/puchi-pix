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3"/>
    <p:restoredTop sz="94694"/>
  </p:normalViewPr>
  <p:slideViewPr>
    <p:cSldViewPr snapToGrid="0">
      <p:cViewPr varScale="1">
        <p:scale>
          <a:sx n="107" d="100"/>
          <a:sy n="107" d="100"/>
        </p:scale>
        <p:origin x="128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40FEE8-1E5C-BAF3-CD8D-88728A5527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17D524F-7605-9C66-6F82-9C039E5F6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8B0CE2-4E3C-B8BF-E12F-FEBE92751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17B5FC-E606-2F93-8E5A-F5CB9F050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015D93B-DF90-C63D-3B07-A99A192CF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3849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31370A-9ED5-87AF-DD50-C685C242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67E39B2-2E92-8B76-C763-E03F2EF30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49198CF-BDA6-726A-4032-52788BB8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3096B4-4B5C-6C82-AB8B-723331510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04648C-72C0-2AC0-276D-D2CAFB42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7338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6DB02C-5AD6-7DE6-EBE3-BDECAD269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089C293-70CF-04A6-7895-B41F2349D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1823F82-6639-543E-139E-5A43B23B4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9D7B5F-75E5-E70B-9709-9CC0CFCED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CADB134-86FE-744B-7E07-F383B909D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274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244DC2-526A-2388-D0F4-4164951B6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BF56F3-9389-0E95-144D-5B6FF114F4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C3A9591-6688-A87B-0E8D-3BD02E56E1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0DFB835-7405-185A-7AE2-037225251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A1069B-02F1-EB2A-2F83-7322C98B0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B06B41-9D54-8AD6-E2CF-B1B0612CA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4287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7059D3-6B3D-DED2-9261-B06F7AD82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170F87B-3FEA-D3BE-8E00-B9193B3F2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9005C4D-8C16-E570-0D0E-DAF050EF3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904D7F-60AB-D67A-9167-3A1FB0D03E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9201434-D82F-84FD-08D4-A518F37E3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C23367F-4AFC-0238-106E-BAAFAAF36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E335A39-707D-4E30-53D8-3D0A24AF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46713E-97F9-D9DB-2161-421E917F5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2749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D15822-132F-4DA7-2167-FF27C4EBE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F939FCD-11E1-E229-DF2F-BF236A28C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909FFDA0-3F8D-168C-EC42-98A393C6B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9C6A32-B3C9-97AE-D116-54F233CB7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47030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70DAA337-CDF7-F391-D01F-65DF8D98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8D706E-E26A-7508-4ED0-5AFDF95E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6360988-1EA9-C336-D358-992009C5B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805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C2423D-1A28-77CE-873C-FFADF38B2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244877-C04B-33CB-43D0-071FAEF0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B97C55B-6BED-79FF-8861-C37C1F3F0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2CCB77A-893A-C8A9-3949-155D7C3B5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FCA5D5-286F-0159-A3D9-472BFD50A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1420AE2-11A4-1E80-6BD7-71D4EF49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649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50B830-5D07-D076-4BD8-2C6FAFBA7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7C1EC23-DB20-8587-6741-18BE5B0273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BF0712F-D92D-F420-C45B-F25014FD9B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5581F49-D243-391A-4828-B4E2CBD5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589F5B-7B65-A2BA-22DB-C9F55D6C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B49D8B3-5774-CDCC-4DFA-AEEE69D5C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32573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7081BF-A2F1-56AB-3976-3D8D53A12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F66F461-0638-F9E8-0A44-AE00A8483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B5C6E5-02FB-D377-F0FF-0156ECC80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4816260-A922-F0EA-4715-2C26BCA2E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42DC86-F845-740C-C5C8-B545FA6CD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0620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8F998BC-4B28-E7B5-87CA-F6A001EBE5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F5CB1D3-C770-39CC-C495-198749CA67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B7A9156-D0E6-C0D8-B824-46FB99954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027BB3-3A29-65E5-4D2C-B5B8710D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893134D-43D5-3A10-D37C-B72E28319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39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5C9579-98BF-61AA-E4F0-4CA16EEA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FE6D642-ACD4-BE59-DC76-F23A6A2AE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2D011D-3FE4-D253-F331-6FA3E9B9B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438905-DEFC-F846-8BB0-00C4187231C1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A4B15BC-B58D-D4E2-F9C3-2DAC25E27D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C7AA40-0C89-6D10-F983-369B31154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CF6BB7-99A8-E74B-BE32-B1715D0B3E3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237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 descr="ダイアグラム, 概略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DB4DCE57-6998-6C64-F809-7AD9B7956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151" y="1613009"/>
            <a:ext cx="2117123" cy="2387558"/>
          </a:xfrm>
          <a:prstGeom prst="rect">
            <a:avLst/>
          </a:prstGeom>
        </p:spPr>
      </p:pic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D359C65F-72F9-D004-2C60-F0241E64F1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3290" t="6158" r="61766"/>
          <a:stretch/>
        </p:blipFill>
        <p:spPr>
          <a:xfrm>
            <a:off x="5593494" y="1161535"/>
            <a:ext cx="2117122" cy="3068080"/>
          </a:xfrm>
          <a:prstGeom prst="rect">
            <a:avLst/>
          </a:prstGeom>
        </p:spPr>
      </p:pic>
      <p:cxnSp>
        <p:nvCxnSpPr>
          <p:cNvPr id="12" name="カギ線コネクタ 11">
            <a:extLst>
              <a:ext uri="{FF2B5EF4-FFF2-40B4-BE49-F238E27FC236}">
                <a16:creationId xmlns:a16="http://schemas.microsoft.com/office/drawing/2014/main" id="{D8F0913D-6DAD-8E27-5845-3B34F1CFD9A5}"/>
              </a:ext>
            </a:extLst>
          </p:cNvPr>
          <p:cNvCxnSpPr>
            <a:cxnSpLocks/>
            <a:endCxn id="114" idx="2"/>
          </p:cNvCxnSpPr>
          <p:nvPr/>
        </p:nvCxnSpPr>
        <p:spPr>
          <a:xfrm rot="5400000" flipH="1" flipV="1">
            <a:off x="3554321" y="1535270"/>
            <a:ext cx="1187642" cy="906944"/>
          </a:xfrm>
          <a:prstGeom prst="bentConnector2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カギ線コネクタ 13">
            <a:extLst>
              <a:ext uri="{FF2B5EF4-FFF2-40B4-BE49-F238E27FC236}">
                <a16:creationId xmlns:a16="http://schemas.microsoft.com/office/drawing/2014/main" id="{AB4C21F6-C7FE-CB68-C151-864CF82D9DB1}"/>
              </a:ext>
            </a:extLst>
          </p:cNvPr>
          <p:cNvCxnSpPr>
            <a:cxnSpLocks/>
          </p:cNvCxnSpPr>
          <p:nvPr/>
        </p:nvCxnSpPr>
        <p:spPr>
          <a:xfrm flipV="1">
            <a:off x="3329997" y="2601612"/>
            <a:ext cx="371023" cy="7877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6DC2E13D-156C-C4EB-6BB5-41B9F1DF2098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62751" y="2902114"/>
            <a:ext cx="903964" cy="359872"/>
          </a:xfrm>
          <a:prstGeom prst="bentConnector3">
            <a:avLst>
              <a:gd name="adj1" fmla="val 101944"/>
            </a:avLst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カギ線コネクタ 25">
            <a:extLst>
              <a:ext uri="{FF2B5EF4-FFF2-40B4-BE49-F238E27FC236}">
                <a16:creationId xmlns:a16="http://schemas.microsoft.com/office/drawing/2014/main" id="{34EAA3E3-531D-6F5B-9789-ED6BBAD2E60E}"/>
              </a:ext>
            </a:extLst>
          </p:cNvPr>
          <p:cNvCxnSpPr>
            <a:cxnSpLocks/>
          </p:cNvCxnSpPr>
          <p:nvPr/>
        </p:nvCxnSpPr>
        <p:spPr>
          <a:xfrm flipV="1">
            <a:off x="3701022" y="2916198"/>
            <a:ext cx="957478" cy="326997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カギ線コネクタ 28">
            <a:extLst>
              <a:ext uri="{FF2B5EF4-FFF2-40B4-BE49-F238E27FC236}">
                <a16:creationId xmlns:a16="http://schemas.microsoft.com/office/drawing/2014/main" id="{70F53343-9279-30AC-E078-0F4F1A27844C}"/>
              </a:ext>
            </a:extLst>
          </p:cNvPr>
          <p:cNvCxnSpPr>
            <a:cxnSpLocks/>
          </p:cNvCxnSpPr>
          <p:nvPr/>
        </p:nvCxnSpPr>
        <p:spPr>
          <a:xfrm flipV="1">
            <a:off x="4133864" y="2605550"/>
            <a:ext cx="536995" cy="310132"/>
          </a:xfrm>
          <a:prstGeom prst="bentConnector3">
            <a:avLst>
              <a:gd name="adj1" fmla="val 93721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32">
            <a:extLst>
              <a:ext uri="{FF2B5EF4-FFF2-40B4-BE49-F238E27FC236}">
                <a16:creationId xmlns:a16="http://schemas.microsoft.com/office/drawing/2014/main" id="{AB7983FD-0473-6EF7-3F10-6067DF6501F0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11875" y="2105411"/>
            <a:ext cx="2175249" cy="681998"/>
          </a:xfrm>
          <a:prstGeom prst="bentConnector3">
            <a:avLst>
              <a:gd name="adj1" fmla="val -1126"/>
            </a:avLst>
          </a:prstGeom>
          <a:ln w="635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カギ線コネクタ 39">
            <a:extLst>
              <a:ext uri="{FF2B5EF4-FFF2-40B4-BE49-F238E27FC236}">
                <a16:creationId xmlns:a16="http://schemas.microsoft.com/office/drawing/2014/main" id="{C308B2B3-8337-46EE-18B9-23D1926DFAC5}"/>
              </a:ext>
            </a:extLst>
          </p:cNvPr>
          <p:cNvCxnSpPr>
            <a:cxnSpLocks/>
          </p:cNvCxnSpPr>
          <p:nvPr/>
        </p:nvCxnSpPr>
        <p:spPr>
          <a:xfrm>
            <a:off x="5349804" y="1348755"/>
            <a:ext cx="492881" cy="8858"/>
          </a:xfrm>
          <a:prstGeom prst="bentConnector3">
            <a:avLst>
              <a:gd name="adj1" fmla="val 50000"/>
            </a:avLst>
          </a:prstGeom>
          <a:ln w="635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カギ線コネクタ 42">
            <a:extLst>
              <a:ext uri="{FF2B5EF4-FFF2-40B4-BE49-F238E27FC236}">
                <a16:creationId xmlns:a16="http://schemas.microsoft.com/office/drawing/2014/main" id="{AD66D6B4-DFA2-5C60-1D8E-A702AB849A4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838206" y="1819773"/>
            <a:ext cx="2231360" cy="615490"/>
          </a:xfrm>
          <a:prstGeom prst="bentConnector3">
            <a:avLst>
              <a:gd name="adj1" fmla="val 1268"/>
            </a:avLst>
          </a:prstGeom>
          <a:ln w="635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カギ線コネクタ 49">
            <a:extLst>
              <a:ext uri="{FF2B5EF4-FFF2-40B4-BE49-F238E27FC236}">
                <a16:creationId xmlns:a16="http://schemas.microsoft.com/office/drawing/2014/main" id="{8065F354-EBF6-C9EA-EDAA-6E480D7CE09C}"/>
              </a:ext>
            </a:extLst>
          </p:cNvPr>
          <p:cNvCxnSpPr>
            <a:cxnSpLocks/>
          </p:cNvCxnSpPr>
          <p:nvPr/>
        </p:nvCxnSpPr>
        <p:spPr>
          <a:xfrm>
            <a:off x="5276870" y="1050094"/>
            <a:ext cx="2149541" cy="284435"/>
          </a:xfrm>
          <a:prstGeom prst="bentConnector3">
            <a:avLst>
              <a:gd name="adj1" fmla="val 98863"/>
            </a:avLst>
          </a:prstGeom>
          <a:ln w="635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9936C8F1-50B3-501F-0500-388C3E33F02A}"/>
              </a:ext>
            </a:extLst>
          </p:cNvPr>
          <p:cNvSpPr/>
          <p:nvPr/>
        </p:nvSpPr>
        <p:spPr>
          <a:xfrm>
            <a:off x="8473604" y="1582151"/>
            <a:ext cx="304622" cy="2399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07BBE191-95C0-270C-91CE-C06B3FE4BE84}"/>
              </a:ext>
            </a:extLst>
          </p:cNvPr>
          <p:cNvGrpSpPr/>
          <p:nvPr/>
        </p:nvGrpSpPr>
        <p:grpSpPr>
          <a:xfrm>
            <a:off x="8513717" y="1605506"/>
            <a:ext cx="203888" cy="2313428"/>
            <a:chOff x="7322898" y="1309815"/>
            <a:chExt cx="203888" cy="2313428"/>
          </a:xfrm>
        </p:grpSpPr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4576CD7C-917A-6921-0E35-8DDBACF1DBB8}"/>
                </a:ext>
              </a:extLst>
            </p:cNvPr>
            <p:cNvGrpSpPr/>
            <p:nvPr/>
          </p:nvGrpSpPr>
          <p:grpSpPr>
            <a:xfrm>
              <a:off x="7341967" y="1309815"/>
              <a:ext cx="184819" cy="1097435"/>
              <a:chOff x="7341967" y="1309815"/>
              <a:chExt cx="184819" cy="1097435"/>
            </a:xfrm>
          </p:grpSpPr>
          <p:sp>
            <p:nvSpPr>
              <p:cNvPr id="56" name="円/楕円 55">
                <a:extLst>
                  <a:ext uri="{FF2B5EF4-FFF2-40B4-BE49-F238E27FC236}">
                    <a16:creationId xmlns:a16="http://schemas.microsoft.com/office/drawing/2014/main" id="{4286E0AA-F131-EBAC-EABA-24B90A431DFD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円/楕円 56">
                <a:extLst>
                  <a:ext uri="{FF2B5EF4-FFF2-40B4-BE49-F238E27FC236}">
                    <a16:creationId xmlns:a16="http://schemas.microsoft.com/office/drawing/2014/main" id="{D07A3A1F-A953-9BA9-F42E-85E691114154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円/楕円 57">
                <a:extLst>
                  <a:ext uri="{FF2B5EF4-FFF2-40B4-BE49-F238E27FC236}">
                    <a16:creationId xmlns:a16="http://schemas.microsoft.com/office/drawing/2014/main" id="{FC75B679-36D1-54AB-16D2-46F05E2AF15E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円/楕円 58">
                <a:extLst>
                  <a:ext uri="{FF2B5EF4-FFF2-40B4-BE49-F238E27FC236}">
                    <a16:creationId xmlns:a16="http://schemas.microsoft.com/office/drawing/2014/main" id="{BFDFFFF4-7BAF-4326-1CB1-A3BB2D94B682}"/>
                  </a:ext>
                </a:extLst>
              </p:cNvPr>
              <p:cNvSpPr/>
              <p:nvPr/>
            </p:nvSpPr>
            <p:spPr>
              <a:xfrm>
                <a:off x="7341967" y="223245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3528AA9A-9DE2-EA47-B4E4-CBC49634F6D9}"/>
                </a:ext>
              </a:extLst>
            </p:cNvPr>
            <p:cNvGrpSpPr/>
            <p:nvPr/>
          </p:nvGrpSpPr>
          <p:grpSpPr>
            <a:xfrm>
              <a:off x="7322898" y="2525808"/>
              <a:ext cx="184819" cy="1097435"/>
              <a:chOff x="7341967" y="1309815"/>
              <a:chExt cx="184819" cy="1097435"/>
            </a:xfrm>
          </p:grpSpPr>
          <p:sp>
            <p:nvSpPr>
              <p:cNvPr id="62" name="円/楕円 61">
                <a:extLst>
                  <a:ext uri="{FF2B5EF4-FFF2-40B4-BE49-F238E27FC236}">
                    <a16:creationId xmlns:a16="http://schemas.microsoft.com/office/drawing/2014/main" id="{A6DFB378-4D7B-4C01-BBA5-851E1F5D8207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円/楕円 62">
                <a:extLst>
                  <a:ext uri="{FF2B5EF4-FFF2-40B4-BE49-F238E27FC236}">
                    <a16:creationId xmlns:a16="http://schemas.microsoft.com/office/drawing/2014/main" id="{F51A3F13-15F6-7893-890A-3B4D16729B8C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円/楕円 63">
                <a:extLst>
                  <a:ext uri="{FF2B5EF4-FFF2-40B4-BE49-F238E27FC236}">
                    <a16:creationId xmlns:a16="http://schemas.microsoft.com/office/drawing/2014/main" id="{54D790D1-5F58-CB3B-07C7-727C25F32A7A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5" name="円/楕円 64">
                <a:extLst>
                  <a:ext uri="{FF2B5EF4-FFF2-40B4-BE49-F238E27FC236}">
                    <a16:creationId xmlns:a16="http://schemas.microsoft.com/office/drawing/2014/main" id="{38EA60F7-8A1D-E056-1E20-3ACFF73DFE74}"/>
                  </a:ext>
                </a:extLst>
              </p:cNvPr>
              <p:cNvSpPr/>
              <p:nvPr/>
            </p:nvSpPr>
            <p:spPr>
              <a:xfrm>
                <a:off x="7341967" y="223245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8EA74555-C7B6-8D99-3083-BBDB0EEA196D}"/>
              </a:ext>
            </a:extLst>
          </p:cNvPr>
          <p:cNvSpPr txBox="1"/>
          <p:nvPr/>
        </p:nvSpPr>
        <p:spPr>
          <a:xfrm>
            <a:off x="8834819" y="1627951"/>
            <a:ext cx="69762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GND</a:t>
            </a:r>
          </a:p>
          <a:p>
            <a:r>
              <a:rPr lang="en-US" altLang="ja-JP" dirty="0"/>
              <a:t>VCC</a:t>
            </a:r>
          </a:p>
          <a:p>
            <a:r>
              <a:rPr kumimoji="1" lang="en-US" altLang="ja-JP" dirty="0"/>
              <a:t>SCL</a:t>
            </a:r>
          </a:p>
          <a:p>
            <a:r>
              <a:rPr lang="en-US" altLang="ja-JP" dirty="0"/>
              <a:t>SDA</a:t>
            </a:r>
          </a:p>
          <a:p>
            <a:r>
              <a:rPr kumimoji="1" lang="en-US" altLang="ja-JP" dirty="0"/>
              <a:t>RES</a:t>
            </a:r>
          </a:p>
          <a:p>
            <a:r>
              <a:rPr kumimoji="1" lang="en-US" altLang="ja-JP" dirty="0"/>
              <a:t>DC</a:t>
            </a:r>
          </a:p>
          <a:p>
            <a:r>
              <a:rPr lang="en-US" altLang="ja-JP" dirty="0"/>
              <a:t>CS</a:t>
            </a:r>
          </a:p>
          <a:p>
            <a:r>
              <a:rPr kumimoji="1" lang="en-US" altLang="ja-JP" dirty="0"/>
              <a:t>BL</a:t>
            </a:r>
            <a:endParaRPr kumimoji="1" lang="ja-JP" altLang="en-US"/>
          </a:p>
        </p:txBody>
      </p:sp>
      <p:cxnSp>
        <p:nvCxnSpPr>
          <p:cNvPr id="68" name="カギ線コネクタ 67">
            <a:extLst>
              <a:ext uri="{FF2B5EF4-FFF2-40B4-BE49-F238E27FC236}">
                <a16:creationId xmlns:a16="http://schemas.microsoft.com/office/drawing/2014/main" id="{B33F900D-14B9-E523-2CC4-BEBAED3CA39B}"/>
              </a:ext>
            </a:extLst>
          </p:cNvPr>
          <p:cNvCxnSpPr>
            <a:cxnSpLocks/>
          </p:cNvCxnSpPr>
          <p:nvPr/>
        </p:nvCxnSpPr>
        <p:spPr>
          <a:xfrm>
            <a:off x="3676944" y="3540193"/>
            <a:ext cx="1384398" cy="1153561"/>
          </a:xfrm>
          <a:prstGeom prst="bentConnector3">
            <a:avLst>
              <a:gd name="adj1" fmla="val 1106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カギ線コネクタ 68">
            <a:extLst>
              <a:ext uri="{FF2B5EF4-FFF2-40B4-BE49-F238E27FC236}">
                <a16:creationId xmlns:a16="http://schemas.microsoft.com/office/drawing/2014/main" id="{D0D2891D-ED06-7EC9-C489-185FA91DBEBD}"/>
              </a:ext>
            </a:extLst>
          </p:cNvPr>
          <p:cNvCxnSpPr>
            <a:cxnSpLocks/>
          </p:cNvCxnSpPr>
          <p:nvPr/>
        </p:nvCxnSpPr>
        <p:spPr>
          <a:xfrm flipV="1">
            <a:off x="4989306" y="2922718"/>
            <a:ext cx="3939728" cy="1771036"/>
          </a:xfrm>
          <a:prstGeom prst="bentConnector3">
            <a:avLst>
              <a:gd name="adj1" fmla="val 100338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カギ線コネクタ 72">
            <a:extLst>
              <a:ext uri="{FF2B5EF4-FFF2-40B4-BE49-F238E27FC236}">
                <a16:creationId xmlns:a16="http://schemas.microsoft.com/office/drawing/2014/main" id="{E244E7C0-DF4D-D8B8-1384-30C84F686A15}"/>
              </a:ext>
            </a:extLst>
          </p:cNvPr>
          <p:cNvCxnSpPr>
            <a:cxnSpLocks/>
            <a:stCxn id="62" idx="6"/>
            <a:endCxn id="57" idx="6"/>
          </p:cNvCxnSpPr>
          <p:nvPr/>
        </p:nvCxnSpPr>
        <p:spPr>
          <a:xfrm flipV="1">
            <a:off x="8698536" y="2005942"/>
            <a:ext cx="10829" cy="902955"/>
          </a:xfrm>
          <a:prstGeom prst="bentConnector3">
            <a:avLst>
              <a:gd name="adj1" fmla="val 2210998"/>
            </a:avLst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カギ線コネクタ 83">
            <a:extLst>
              <a:ext uri="{FF2B5EF4-FFF2-40B4-BE49-F238E27FC236}">
                <a16:creationId xmlns:a16="http://schemas.microsoft.com/office/drawing/2014/main" id="{6B617133-E469-10D6-9E6A-90C6A08E7386}"/>
              </a:ext>
            </a:extLst>
          </p:cNvPr>
          <p:cNvCxnSpPr>
            <a:cxnSpLocks/>
            <a:stCxn id="56" idx="0"/>
          </p:cNvCxnSpPr>
          <p:nvPr/>
        </p:nvCxnSpPr>
        <p:spPr>
          <a:xfrm rot="16200000" flipV="1">
            <a:off x="6426790" y="-601140"/>
            <a:ext cx="889913" cy="3523380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カギ線コネクタ 87">
            <a:extLst>
              <a:ext uri="{FF2B5EF4-FFF2-40B4-BE49-F238E27FC236}">
                <a16:creationId xmlns:a16="http://schemas.microsoft.com/office/drawing/2014/main" id="{6DE105D9-992C-C4E0-C592-E3F657137A33}"/>
              </a:ext>
            </a:extLst>
          </p:cNvPr>
          <p:cNvCxnSpPr>
            <a:cxnSpLocks/>
            <a:endCxn id="63" idx="2"/>
          </p:cNvCxnSpPr>
          <p:nvPr/>
        </p:nvCxnSpPr>
        <p:spPr>
          <a:xfrm flipV="1">
            <a:off x="5622331" y="3221935"/>
            <a:ext cx="2899626" cy="1105761"/>
          </a:xfrm>
          <a:prstGeom prst="bentConnector3">
            <a:avLst>
              <a:gd name="adj1" fmla="val 91774"/>
            </a:avLst>
          </a:prstGeom>
          <a:ln w="635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カギ線コネクタ 89">
            <a:extLst>
              <a:ext uri="{FF2B5EF4-FFF2-40B4-BE49-F238E27FC236}">
                <a16:creationId xmlns:a16="http://schemas.microsoft.com/office/drawing/2014/main" id="{06DAEA53-FAB6-A927-44F1-20189096AD40}"/>
              </a:ext>
            </a:extLst>
          </p:cNvPr>
          <p:cNvCxnSpPr>
            <a:cxnSpLocks/>
            <a:endCxn id="64" idx="2"/>
          </p:cNvCxnSpPr>
          <p:nvPr/>
        </p:nvCxnSpPr>
        <p:spPr>
          <a:xfrm rot="5400000" flipH="1" flipV="1">
            <a:off x="7976650" y="3923909"/>
            <a:ext cx="950716" cy="139897"/>
          </a:xfrm>
          <a:prstGeom prst="bentConnector2">
            <a:avLst/>
          </a:prstGeom>
          <a:ln w="635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カギ線コネクタ 92">
            <a:extLst>
              <a:ext uri="{FF2B5EF4-FFF2-40B4-BE49-F238E27FC236}">
                <a16:creationId xmlns:a16="http://schemas.microsoft.com/office/drawing/2014/main" id="{8CF751F6-7C5B-0453-A9F9-2365D1AFD679}"/>
              </a:ext>
            </a:extLst>
          </p:cNvPr>
          <p:cNvCxnSpPr>
            <a:cxnSpLocks/>
            <a:stCxn id="301" idx="2"/>
            <a:endCxn id="302" idx="0"/>
          </p:cNvCxnSpPr>
          <p:nvPr/>
        </p:nvCxnSpPr>
        <p:spPr>
          <a:xfrm rot="5400000" flipH="1">
            <a:off x="4874627" y="1654620"/>
            <a:ext cx="1265989" cy="3819486"/>
          </a:xfrm>
          <a:prstGeom prst="bentConnector4">
            <a:avLst>
              <a:gd name="adj1" fmla="val -63337"/>
              <a:gd name="adj2" fmla="val 135438"/>
            </a:avLst>
          </a:prstGeom>
          <a:ln w="635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カギ線コネクタ 95">
            <a:extLst>
              <a:ext uri="{FF2B5EF4-FFF2-40B4-BE49-F238E27FC236}">
                <a16:creationId xmlns:a16="http://schemas.microsoft.com/office/drawing/2014/main" id="{E8569C39-8598-1840-CD7C-B5545BC3199C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8042479" y="2302506"/>
            <a:ext cx="498547" cy="25811"/>
          </a:xfrm>
          <a:prstGeom prst="bentConnector3">
            <a:avLst>
              <a:gd name="adj1" fmla="val 50000"/>
            </a:avLst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カギ線コネクタ 101">
            <a:extLst>
              <a:ext uri="{FF2B5EF4-FFF2-40B4-BE49-F238E27FC236}">
                <a16:creationId xmlns:a16="http://schemas.microsoft.com/office/drawing/2014/main" id="{BF5ACDBE-645A-FDBB-44AB-9FDF576FD27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039822" y="2740427"/>
            <a:ext cx="1432371" cy="659177"/>
          </a:xfrm>
          <a:prstGeom prst="bentConnector3">
            <a:avLst>
              <a:gd name="adj1" fmla="val 256"/>
            </a:avLst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カギ線コネクタ 104">
            <a:extLst>
              <a:ext uri="{FF2B5EF4-FFF2-40B4-BE49-F238E27FC236}">
                <a16:creationId xmlns:a16="http://schemas.microsoft.com/office/drawing/2014/main" id="{AF25FC20-4FEB-23CC-412F-58D14A6A1C99}"/>
              </a:ext>
            </a:extLst>
          </p:cNvPr>
          <p:cNvCxnSpPr>
            <a:cxnSpLocks/>
          </p:cNvCxnSpPr>
          <p:nvPr/>
        </p:nvCxnSpPr>
        <p:spPr>
          <a:xfrm flipV="1">
            <a:off x="7426411" y="3176536"/>
            <a:ext cx="800215" cy="8743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カギ線コネクタ 108">
            <a:extLst>
              <a:ext uri="{FF2B5EF4-FFF2-40B4-BE49-F238E27FC236}">
                <a16:creationId xmlns:a16="http://schemas.microsoft.com/office/drawing/2014/main" id="{FFE7FD46-384B-2EAE-F6BC-8953CC96D37B}"/>
              </a:ext>
            </a:extLst>
          </p:cNvPr>
          <p:cNvCxnSpPr>
            <a:cxnSpLocks/>
            <a:endCxn id="59" idx="2"/>
          </p:cNvCxnSpPr>
          <p:nvPr/>
        </p:nvCxnSpPr>
        <p:spPr>
          <a:xfrm rot="5400000" flipH="1" flipV="1">
            <a:off x="8056182" y="2748768"/>
            <a:ext cx="609827" cy="343381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8" name="グループ化 117">
            <a:extLst>
              <a:ext uri="{FF2B5EF4-FFF2-40B4-BE49-F238E27FC236}">
                <a16:creationId xmlns:a16="http://schemas.microsoft.com/office/drawing/2014/main" id="{C597A551-D22E-D351-BBDC-099064DE1739}"/>
              </a:ext>
            </a:extLst>
          </p:cNvPr>
          <p:cNvGrpSpPr/>
          <p:nvPr/>
        </p:nvGrpSpPr>
        <p:grpSpPr>
          <a:xfrm>
            <a:off x="4484846" y="863808"/>
            <a:ext cx="422151" cy="1012357"/>
            <a:chOff x="4618386" y="549870"/>
            <a:chExt cx="422151" cy="1012357"/>
          </a:xfrm>
        </p:grpSpPr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F96F4464-5A98-2801-D3C5-EE34571E9F61}"/>
                </a:ext>
              </a:extLst>
            </p:cNvPr>
            <p:cNvSpPr/>
            <p:nvPr/>
          </p:nvSpPr>
          <p:spPr>
            <a:xfrm>
              <a:off x="4618386" y="549870"/>
              <a:ext cx="422151" cy="101235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16" name="グループ化 115">
              <a:extLst>
                <a:ext uri="{FF2B5EF4-FFF2-40B4-BE49-F238E27FC236}">
                  <a16:creationId xmlns:a16="http://schemas.microsoft.com/office/drawing/2014/main" id="{F1BBBBEF-7315-B74D-A90A-BE8D396F3498}"/>
                </a:ext>
              </a:extLst>
            </p:cNvPr>
            <p:cNvGrpSpPr/>
            <p:nvPr/>
          </p:nvGrpSpPr>
          <p:grpSpPr>
            <a:xfrm>
              <a:off x="4735154" y="680547"/>
              <a:ext cx="176579" cy="784397"/>
              <a:chOff x="8159036" y="1423788"/>
              <a:chExt cx="176579" cy="784397"/>
            </a:xfrm>
          </p:grpSpPr>
          <p:sp>
            <p:nvSpPr>
              <p:cNvPr id="113" name="円/楕円 112">
                <a:extLst>
                  <a:ext uri="{FF2B5EF4-FFF2-40B4-BE49-F238E27FC236}">
                    <a16:creationId xmlns:a16="http://schemas.microsoft.com/office/drawing/2014/main" id="{6C6070B3-90C5-3A6E-E12B-A4CC835771D4}"/>
                  </a:ext>
                </a:extLst>
              </p:cNvPr>
              <p:cNvSpPr/>
              <p:nvPr/>
            </p:nvSpPr>
            <p:spPr>
              <a:xfrm>
                <a:off x="8167276" y="1423788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4" name="円/楕円 113">
                <a:extLst>
                  <a:ext uri="{FF2B5EF4-FFF2-40B4-BE49-F238E27FC236}">
                    <a16:creationId xmlns:a16="http://schemas.microsoft.com/office/drawing/2014/main" id="{D8530189-8432-EA2B-868B-4C1A0E641434}"/>
                  </a:ext>
                </a:extLst>
              </p:cNvPr>
              <p:cNvSpPr/>
              <p:nvPr/>
            </p:nvSpPr>
            <p:spPr>
              <a:xfrm>
                <a:off x="8159036" y="1736826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5" name="円/楕円 114">
                <a:extLst>
                  <a:ext uri="{FF2B5EF4-FFF2-40B4-BE49-F238E27FC236}">
                    <a16:creationId xmlns:a16="http://schemas.microsoft.com/office/drawing/2014/main" id="{5024CC93-B560-7EB4-5AB7-0589239C8866}"/>
                  </a:ext>
                </a:extLst>
              </p:cNvPr>
              <p:cNvSpPr/>
              <p:nvPr/>
            </p:nvSpPr>
            <p:spPr>
              <a:xfrm>
                <a:off x="8159036" y="2033390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19" name="テキスト ボックス 118">
            <a:extLst>
              <a:ext uri="{FF2B5EF4-FFF2-40B4-BE49-F238E27FC236}">
                <a16:creationId xmlns:a16="http://schemas.microsoft.com/office/drawing/2014/main" id="{A8642081-395C-9EEB-5C51-500EB11B7D6A}"/>
              </a:ext>
            </a:extLst>
          </p:cNvPr>
          <p:cNvSpPr txBox="1"/>
          <p:nvPr/>
        </p:nvSpPr>
        <p:spPr>
          <a:xfrm>
            <a:off x="3757289" y="950077"/>
            <a:ext cx="6976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VIN</a:t>
            </a:r>
          </a:p>
          <a:p>
            <a:r>
              <a:rPr lang="en-US" altLang="ja-JP" dirty="0"/>
              <a:t>OUT</a:t>
            </a:r>
          </a:p>
          <a:p>
            <a:r>
              <a:rPr kumimoji="1" lang="en-US" altLang="ja-JP" dirty="0"/>
              <a:t>GND</a:t>
            </a:r>
            <a:endParaRPr kumimoji="1" lang="ja-JP" altLang="en-US"/>
          </a:p>
        </p:txBody>
      </p:sp>
      <p:cxnSp>
        <p:nvCxnSpPr>
          <p:cNvPr id="120" name="カギ線コネクタ 119">
            <a:extLst>
              <a:ext uri="{FF2B5EF4-FFF2-40B4-BE49-F238E27FC236}">
                <a16:creationId xmlns:a16="http://schemas.microsoft.com/office/drawing/2014/main" id="{520FFC38-2CE3-004E-85E1-25BDB6BBF578}"/>
              </a:ext>
            </a:extLst>
          </p:cNvPr>
          <p:cNvCxnSpPr>
            <a:cxnSpLocks/>
            <a:endCxn id="115" idx="4"/>
          </p:cNvCxnSpPr>
          <p:nvPr/>
        </p:nvCxnSpPr>
        <p:spPr>
          <a:xfrm rot="5400000" flipH="1" flipV="1">
            <a:off x="4265173" y="2152147"/>
            <a:ext cx="793876" cy="47346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カギ線コネクタ 122">
            <a:extLst>
              <a:ext uri="{FF2B5EF4-FFF2-40B4-BE49-F238E27FC236}">
                <a16:creationId xmlns:a16="http://schemas.microsoft.com/office/drawing/2014/main" id="{C32C82AF-A91B-4302-78E6-2E0BFD2B14C7}"/>
              </a:ext>
            </a:extLst>
          </p:cNvPr>
          <p:cNvCxnSpPr>
            <a:cxnSpLocks/>
            <a:stCxn id="114" idx="2"/>
          </p:cNvCxnSpPr>
          <p:nvPr/>
        </p:nvCxnSpPr>
        <p:spPr>
          <a:xfrm rot="10800000" flipH="1" flipV="1">
            <a:off x="4601613" y="1394921"/>
            <a:ext cx="1350515" cy="869146"/>
          </a:xfrm>
          <a:prstGeom prst="bentConnector3">
            <a:avLst>
              <a:gd name="adj1" fmla="val 34311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ACCEA447-D721-6C72-02FC-9E3B410519E4}"/>
              </a:ext>
            </a:extLst>
          </p:cNvPr>
          <p:cNvGrpSpPr/>
          <p:nvPr/>
        </p:nvGrpSpPr>
        <p:grpSpPr>
          <a:xfrm rot="16200000">
            <a:off x="2910126" y="754678"/>
            <a:ext cx="422151" cy="746987"/>
            <a:chOff x="4618386" y="586941"/>
            <a:chExt cx="422151" cy="746987"/>
          </a:xfrm>
        </p:grpSpPr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1E5AFD74-4995-717A-E478-4AD844A32EB8}"/>
                </a:ext>
              </a:extLst>
            </p:cNvPr>
            <p:cNvSpPr/>
            <p:nvPr/>
          </p:nvSpPr>
          <p:spPr>
            <a:xfrm>
              <a:off x="4618386" y="586941"/>
              <a:ext cx="422151" cy="746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489FE452-F654-9493-8D53-E1B1E2B57643}"/>
                </a:ext>
              </a:extLst>
            </p:cNvPr>
            <p:cNvGrpSpPr/>
            <p:nvPr/>
          </p:nvGrpSpPr>
          <p:grpSpPr>
            <a:xfrm>
              <a:off x="4735154" y="680547"/>
              <a:ext cx="176579" cy="487833"/>
              <a:chOff x="8159036" y="1423788"/>
              <a:chExt cx="176579" cy="487833"/>
            </a:xfrm>
          </p:grpSpPr>
          <p:sp>
            <p:nvSpPr>
              <p:cNvPr id="130" name="円/楕円 129">
                <a:extLst>
                  <a:ext uri="{FF2B5EF4-FFF2-40B4-BE49-F238E27FC236}">
                    <a16:creationId xmlns:a16="http://schemas.microsoft.com/office/drawing/2014/main" id="{DBE3515A-88CB-AA41-0BC2-EE6E859FF52A}"/>
                  </a:ext>
                </a:extLst>
              </p:cNvPr>
              <p:cNvSpPr/>
              <p:nvPr/>
            </p:nvSpPr>
            <p:spPr>
              <a:xfrm>
                <a:off x="8167276" y="1423788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円/楕円 130">
                <a:extLst>
                  <a:ext uri="{FF2B5EF4-FFF2-40B4-BE49-F238E27FC236}">
                    <a16:creationId xmlns:a16="http://schemas.microsoft.com/office/drawing/2014/main" id="{07E52155-6559-E542-6F36-BEF08BC87D03}"/>
                  </a:ext>
                </a:extLst>
              </p:cNvPr>
              <p:cNvSpPr/>
              <p:nvPr/>
            </p:nvSpPr>
            <p:spPr>
              <a:xfrm>
                <a:off x="8159036" y="1736826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41379CB3-4ECF-C041-C0B9-031F71352B3F}"/>
              </a:ext>
            </a:extLst>
          </p:cNvPr>
          <p:cNvSpPr txBox="1"/>
          <p:nvPr/>
        </p:nvSpPr>
        <p:spPr>
          <a:xfrm rot="5400000">
            <a:off x="2689222" y="1356425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VIN</a:t>
            </a:r>
          </a:p>
          <a:p>
            <a:r>
              <a:rPr kumimoji="1" lang="en-US" altLang="ja-JP" dirty="0"/>
              <a:t>GND</a:t>
            </a:r>
            <a:endParaRPr kumimoji="1" lang="ja-JP" altLang="en-US"/>
          </a:p>
        </p:txBody>
      </p:sp>
      <p:cxnSp>
        <p:nvCxnSpPr>
          <p:cNvPr id="134" name="カギ線コネクタ 133">
            <a:extLst>
              <a:ext uri="{FF2B5EF4-FFF2-40B4-BE49-F238E27FC236}">
                <a16:creationId xmlns:a16="http://schemas.microsoft.com/office/drawing/2014/main" id="{52CDFADA-EC40-35F9-47BF-BE83CD603B57}"/>
              </a:ext>
            </a:extLst>
          </p:cNvPr>
          <p:cNvCxnSpPr>
            <a:cxnSpLocks/>
            <a:stCxn id="130" idx="2"/>
            <a:endCxn id="115" idx="2"/>
          </p:cNvCxnSpPr>
          <p:nvPr/>
        </p:nvCxnSpPr>
        <p:spPr>
          <a:xfrm rot="16200000" flipH="1">
            <a:off x="3526540" y="616411"/>
            <a:ext cx="477246" cy="1672902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カギ線コネクタ 136">
            <a:extLst>
              <a:ext uri="{FF2B5EF4-FFF2-40B4-BE49-F238E27FC236}">
                <a16:creationId xmlns:a16="http://schemas.microsoft.com/office/drawing/2014/main" id="{B150DADE-553C-EB13-7C13-AA23F637A76C}"/>
              </a:ext>
            </a:extLst>
          </p:cNvPr>
          <p:cNvCxnSpPr>
            <a:cxnSpLocks/>
            <a:stCxn id="131" idx="5"/>
            <a:endCxn id="113" idx="2"/>
          </p:cNvCxnSpPr>
          <p:nvPr/>
        </p:nvCxnSpPr>
        <p:spPr>
          <a:xfrm>
            <a:off x="3303549" y="1078793"/>
            <a:ext cx="1306305" cy="3090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カギ線コネクタ 170">
            <a:extLst>
              <a:ext uri="{FF2B5EF4-FFF2-40B4-BE49-F238E27FC236}">
                <a16:creationId xmlns:a16="http://schemas.microsoft.com/office/drawing/2014/main" id="{FB324D81-4E33-8908-A337-D7B5417513DC}"/>
              </a:ext>
            </a:extLst>
          </p:cNvPr>
          <p:cNvCxnSpPr>
            <a:cxnSpLocks/>
          </p:cNvCxnSpPr>
          <p:nvPr/>
        </p:nvCxnSpPr>
        <p:spPr>
          <a:xfrm rot="5400000">
            <a:off x="5338302" y="3794235"/>
            <a:ext cx="866935" cy="273303"/>
          </a:xfrm>
          <a:prstGeom prst="bentConnector3">
            <a:avLst>
              <a:gd name="adj1" fmla="val -2053"/>
            </a:avLst>
          </a:prstGeom>
          <a:ln w="635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カギ線コネクタ 181">
            <a:extLst>
              <a:ext uri="{FF2B5EF4-FFF2-40B4-BE49-F238E27FC236}">
                <a16:creationId xmlns:a16="http://schemas.microsoft.com/office/drawing/2014/main" id="{69B38021-2AC3-0124-5735-3BC7C9781242}"/>
              </a:ext>
            </a:extLst>
          </p:cNvPr>
          <p:cNvCxnSpPr>
            <a:cxnSpLocks/>
          </p:cNvCxnSpPr>
          <p:nvPr/>
        </p:nvCxnSpPr>
        <p:spPr>
          <a:xfrm rot="5400000">
            <a:off x="5058795" y="3541786"/>
            <a:ext cx="1334520" cy="592173"/>
          </a:xfrm>
          <a:prstGeom prst="bentConnector3">
            <a:avLst>
              <a:gd name="adj1" fmla="val 925"/>
            </a:avLst>
          </a:prstGeom>
          <a:ln w="635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カギ線コネクタ 191">
            <a:extLst>
              <a:ext uri="{FF2B5EF4-FFF2-40B4-BE49-F238E27FC236}">
                <a16:creationId xmlns:a16="http://schemas.microsoft.com/office/drawing/2014/main" id="{34306117-36E3-5C76-BAC2-38F41F268FFF}"/>
              </a:ext>
            </a:extLst>
          </p:cNvPr>
          <p:cNvCxnSpPr>
            <a:cxnSpLocks/>
          </p:cNvCxnSpPr>
          <p:nvPr/>
        </p:nvCxnSpPr>
        <p:spPr>
          <a:xfrm rot="10800000">
            <a:off x="5436323" y="4491363"/>
            <a:ext cx="2945737" cy="9873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カギ線コネクタ 216">
            <a:extLst>
              <a:ext uri="{FF2B5EF4-FFF2-40B4-BE49-F238E27FC236}">
                <a16:creationId xmlns:a16="http://schemas.microsoft.com/office/drawing/2014/main" id="{4DF8F2E9-153C-7251-1CF7-ACFD8C2B401F}"/>
              </a:ext>
            </a:extLst>
          </p:cNvPr>
          <p:cNvCxnSpPr>
            <a:cxnSpLocks/>
          </p:cNvCxnSpPr>
          <p:nvPr/>
        </p:nvCxnSpPr>
        <p:spPr>
          <a:xfrm flipV="1">
            <a:off x="4597232" y="2592678"/>
            <a:ext cx="1263026" cy="5503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カギ線コネクタ 78">
            <a:extLst>
              <a:ext uri="{FF2B5EF4-FFF2-40B4-BE49-F238E27FC236}">
                <a16:creationId xmlns:a16="http://schemas.microsoft.com/office/drawing/2014/main" id="{9008CE9A-39DF-074C-115B-BC2ECD517AFB}"/>
              </a:ext>
            </a:extLst>
          </p:cNvPr>
          <p:cNvCxnSpPr>
            <a:cxnSpLocks/>
            <a:stCxn id="115" idx="6"/>
          </p:cNvCxnSpPr>
          <p:nvPr/>
        </p:nvCxnSpPr>
        <p:spPr>
          <a:xfrm flipV="1">
            <a:off x="4769953" y="707694"/>
            <a:ext cx="374490" cy="983791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左中かっこ 226">
            <a:extLst>
              <a:ext uri="{FF2B5EF4-FFF2-40B4-BE49-F238E27FC236}">
                <a16:creationId xmlns:a16="http://schemas.microsoft.com/office/drawing/2014/main" id="{84832358-732A-7599-ED87-C711D9A34F84}"/>
              </a:ext>
            </a:extLst>
          </p:cNvPr>
          <p:cNvSpPr/>
          <p:nvPr/>
        </p:nvSpPr>
        <p:spPr>
          <a:xfrm rot="16200000">
            <a:off x="5248424" y="4793376"/>
            <a:ext cx="282897" cy="90562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245CE7E1-757D-DE67-7C74-FCD9EAA65DDF}"/>
              </a:ext>
            </a:extLst>
          </p:cNvPr>
          <p:cNvSpPr txBox="1"/>
          <p:nvPr/>
        </p:nvSpPr>
        <p:spPr>
          <a:xfrm>
            <a:off x="5009800" y="5476830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6pins</a:t>
            </a:r>
            <a:endParaRPr kumimoji="1" lang="ja-JP" altLang="en-US"/>
          </a:p>
        </p:txBody>
      </p:sp>
      <p:sp>
        <p:nvSpPr>
          <p:cNvPr id="229" name="左中かっこ 228">
            <a:extLst>
              <a:ext uri="{FF2B5EF4-FFF2-40B4-BE49-F238E27FC236}">
                <a16:creationId xmlns:a16="http://schemas.microsoft.com/office/drawing/2014/main" id="{C5820DEB-5CDE-B2B4-025E-BD277C147615}"/>
              </a:ext>
            </a:extLst>
          </p:cNvPr>
          <p:cNvSpPr/>
          <p:nvPr/>
        </p:nvSpPr>
        <p:spPr>
          <a:xfrm rot="10800000">
            <a:off x="9047289" y="4133136"/>
            <a:ext cx="224116" cy="6598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6950FBCE-1A94-6F1A-F284-E0ECC03A0F28}"/>
              </a:ext>
            </a:extLst>
          </p:cNvPr>
          <p:cNvSpPr txBox="1"/>
          <p:nvPr/>
        </p:nvSpPr>
        <p:spPr>
          <a:xfrm>
            <a:off x="9310389" y="4284550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250" name="左中かっこ 249">
            <a:extLst>
              <a:ext uri="{FF2B5EF4-FFF2-40B4-BE49-F238E27FC236}">
                <a16:creationId xmlns:a16="http://schemas.microsoft.com/office/drawing/2014/main" id="{42311304-7BEE-C336-5B4D-7CD46069F3D9}"/>
              </a:ext>
            </a:extLst>
          </p:cNvPr>
          <p:cNvSpPr/>
          <p:nvPr/>
        </p:nvSpPr>
        <p:spPr>
          <a:xfrm rot="10800000">
            <a:off x="8954067" y="689543"/>
            <a:ext cx="224116" cy="6598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1" name="テキスト ボックス 250">
            <a:extLst>
              <a:ext uri="{FF2B5EF4-FFF2-40B4-BE49-F238E27FC236}">
                <a16:creationId xmlns:a16="http://schemas.microsoft.com/office/drawing/2014/main" id="{7AA9EFE8-57E5-F196-F7E4-E755DBE15B07}"/>
              </a:ext>
            </a:extLst>
          </p:cNvPr>
          <p:cNvSpPr txBox="1"/>
          <p:nvPr/>
        </p:nvSpPr>
        <p:spPr>
          <a:xfrm>
            <a:off x="9217167" y="84095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252" name="左中かっこ 251">
            <a:extLst>
              <a:ext uri="{FF2B5EF4-FFF2-40B4-BE49-F238E27FC236}">
                <a16:creationId xmlns:a16="http://schemas.microsoft.com/office/drawing/2014/main" id="{5B7C7762-2E5C-8BB7-C15B-909345ABB1A3}"/>
              </a:ext>
            </a:extLst>
          </p:cNvPr>
          <p:cNvSpPr/>
          <p:nvPr/>
        </p:nvSpPr>
        <p:spPr>
          <a:xfrm rot="16200000">
            <a:off x="7627345" y="5014708"/>
            <a:ext cx="246861" cy="37687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3" name="テキスト ボックス 252">
            <a:extLst>
              <a:ext uri="{FF2B5EF4-FFF2-40B4-BE49-F238E27FC236}">
                <a16:creationId xmlns:a16="http://schemas.microsoft.com/office/drawing/2014/main" id="{2C5D555B-0611-3788-EE3B-BBBDCD90BDB6}"/>
              </a:ext>
            </a:extLst>
          </p:cNvPr>
          <p:cNvSpPr txBox="1"/>
          <p:nvPr/>
        </p:nvSpPr>
        <p:spPr>
          <a:xfrm>
            <a:off x="7434545" y="5329055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grpSp>
        <p:nvGrpSpPr>
          <p:cNvPr id="259" name="グループ化 258">
            <a:extLst>
              <a:ext uri="{FF2B5EF4-FFF2-40B4-BE49-F238E27FC236}">
                <a16:creationId xmlns:a16="http://schemas.microsoft.com/office/drawing/2014/main" id="{27995931-D6E3-8CDB-4ACB-56B5AEAC6942}"/>
              </a:ext>
            </a:extLst>
          </p:cNvPr>
          <p:cNvGrpSpPr/>
          <p:nvPr/>
        </p:nvGrpSpPr>
        <p:grpSpPr>
          <a:xfrm rot="5400000">
            <a:off x="7988549" y="735972"/>
            <a:ext cx="176579" cy="784397"/>
            <a:chOff x="8159036" y="1423788"/>
            <a:chExt cx="176579" cy="784397"/>
          </a:xfrm>
        </p:grpSpPr>
        <p:sp>
          <p:nvSpPr>
            <p:cNvPr id="260" name="円/楕円 259">
              <a:extLst>
                <a:ext uri="{FF2B5EF4-FFF2-40B4-BE49-F238E27FC236}">
                  <a16:creationId xmlns:a16="http://schemas.microsoft.com/office/drawing/2014/main" id="{3A28F3FD-ABF1-0315-9C96-C97F9A4D82D1}"/>
                </a:ext>
              </a:extLst>
            </p:cNvPr>
            <p:cNvSpPr/>
            <p:nvPr/>
          </p:nvSpPr>
          <p:spPr>
            <a:xfrm>
              <a:off x="8167276" y="1423788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1" name="円/楕円 260">
              <a:extLst>
                <a:ext uri="{FF2B5EF4-FFF2-40B4-BE49-F238E27FC236}">
                  <a16:creationId xmlns:a16="http://schemas.microsoft.com/office/drawing/2014/main" id="{7BB44DCA-240B-DD6A-0AE2-1948E2D0666C}"/>
                </a:ext>
              </a:extLst>
            </p:cNvPr>
            <p:cNvSpPr/>
            <p:nvPr/>
          </p:nvSpPr>
          <p:spPr>
            <a:xfrm>
              <a:off x="8159036" y="1736826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2" name="円/楕円 261">
              <a:extLst>
                <a:ext uri="{FF2B5EF4-FFF2-40B4-BE49-F238E27FC236}">
                  <a16:creationId xmlns:a16="http://schemas.microsoft.com/office/drawing/2014/main" id="{225B0F3F-8CD2-A426-9F0A-155E5C00E3B2}"/>
                </a:ext>
              </a:extLst>
            </p:cNvPr>
            <p:cNvSpPr/>
            <p:nvPr/>
          </p:nvSpPr>
          <p:spPr>
            <a:xfrm>
              <a:off x="8159036" y="2033390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281" name="カギ線コネクタ 280">
            <a:extLst>
              <a:ext uri="{FF2B5EF4-FFF2-40B4-BE49-F238E27FC236}">
                <a16:creationId xmlns:a16="http://schemas.microsoft.com/office/drawing/2014/main" id="{6BF3C8F7-01EE-DF48-0E94-D4CB9EEE4989}"/>
              </a:ext>
            </a:extLst>
          </p:cNvPr>
          <p:cNvCxnSpPr>
            <a:cxnSpLocks/>
            <a:stCxn id="260" idx="6"/>
            <a:endCxn id="65" idx="4"/>
          </p:cNvCxnSpPr>
          <p:nvPr/>
        </p:nvCxnSpPr>
        <p:spPr>
          <a:xfrm rot="16200000" flipH="1">
            <a:off x="7138526" y="2459573"/>
            <a:ext cx="2702474" cy="216248"/>
          </a:xfrm>
          <a:prstGeom prst="bentConnector3">
            <a:avLst>
              <a:gd name="adj1" fmla="val 108459"/>
            </a:avLst>
          </a:prstGeom>
          <a:ln w="635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テキスト ボックス 283">
            <a:extLst>
              <a:ext uri="{FF2B5EF4-FFF2-40B4-BE49-F238E27FC236}">
                <a16:creationId xmlns:a16="http://schemas.microsoft.com/office/drawing/2014/main" id="{5157157C-3C28-0945-5100-4E1B7F2A2DF0}"/>
              </a:ext>
            </a:extLst>
          </p:cNvPr>
          <p:cNvSpPr txBox="1"/>
          <p:nvPr/>
        </p:nvSpPr>
        <p:spPr>
          <a:xfrm>
            <a:off x="7685486" y="70121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S G D</a:t>
            </a:r>
            <a:endParaRPr kumimoji="1" lang="ja-JP" altLang="en-US"/>
          </a:p>
        </p:txBody>
      </p:sp>
      <p:cxnSp>
        <p:nvCxnSpPr>
          <p:cNvPr id="285" name="カギ線コネクタ 284">
            <a:extLst>
              <a:ext uri="{FF2B5EF4-FFF2-40B4-BE49-F238E27FC236}">
                <a16:creationId xmlns:a16="http://schemas.microsoft.com/office/drawing/2014/main" id="{C88C4FD1-7125-8BE5-20AB-6A25F925FEC2}"/>
              </a:ext>
            </a:extLst>
          </p:cNvPr>
          <p:cNvCxnSpPr>
            <a:cxnSpLocks/>
            <a:stCxn id="292" idx="4"/>
            <a:endCxn id="261" idx="6"/>
          </p:cNvCxnSpPr>
          <p:nvPr/>
        </p:nvCxnSpPr>
        <p:spPr>
          <a:xfrm flipV="1">
            <a:off x="7507280" y="1208220"/>
            <a:ext cx="561321" cy="1709407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正方形/長方形 285">
            <a:extLst>
              <a:ext uri="{FF2B5EF4-FFF2-40B4-BE49-F238E27FC236}">
                <a16:creationId xmlns:a16="http://schemas.microsoft.com/office/drawing/2014/main" id="{2501E35B-9FFF-927B-A2FF-94488CFE87D0}"/>
              </a:ext>
            </a:extLst>
          </p:cNvPr>
          <p:cNvSpPr/>
          <p:nvPr/>
        </p:nvSpPr>
        <p:spPr>
          <a:xfrm rot="5400000">
            <a:off x="7640744" y="1646919"/>
            <a:ext cx="829137" cy="328163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100Ω</a:t>
            </a:r>
            <a:endParaRPr kumimoji="1" lang="ja-JP" altLang="en-US"/>
          </a:p>
        </p:txBody>
      </p:sp>
      <p:sp>
        <p:nvSpPr>
          <p:cNvPr id="292" name="円/楕円 291">
            <a:extLst>
              <a:ext uri="{FF2B5EF4-FFF2-40B4-BE49-F238E27FC236}">
                <a16:creationId xmlns:a16="http://schemas.microsoft.com/office/drawing/2014/main" id="{2D42F629-D683-B4AC-CE27-BF5FCFE608F4}"/>
              </a:ext>
            </a:extLst>
          </p:cNvPr>
          <p:cNvSpPr/>
          <p:nvPr/>
        </p:nvSpPr>
        <p:spPr>
          <a:xfrm rot="16200000">
            <a:off x="7335713" y="2830230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4" name="カギ線コネクタ 293">
            <a:extLst>
              <a:ext uri="{FF2B5EF4-FFF2-40B4-BE49-F238E27FC236}">
                <a16:creationId xmlns:a16="http://schemas.microsoft.com/office/drawing/2014/main" id="{53B0FD23-4FC9-006F-313A-9966DAB779CA}"/>
              </a:ext>
            </a:extLst>
          </p:cNvPr>
          <p:cNvCxnSpPr>
            <a:cxnSpLocks/>
            <a:stCxn id="262" idx="2"/>
          </p:cNvCxnSpPr>
          <p:nvPr/>
        </p:nvCxnSpPr>
        <p:spPr>
          <a:xfrm rot="5400000" flipH="1" flipV="1">
            <a:off x="7589579" y="857423"/>
            <a:ext cx="364916" cy="12700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7" name="カギ線コネクタ 296">
            <a:extLst>
              <a:ext uri="{FF2B5EF4-FFF2-40B4-BE49-F238E27FC236}">
                <a16:creationId xmlns:a16="http://schemas.microsoft.com/office/drawing/2014/main" id="{FC71EDD9-C793-67B8-F33A-A841132CF37D}"/>
              </a:ext>
            </a:extLst>
          </p:cNvPr>
          <p:cNvCxnSpPr>
            <a:cxnSpLocks/>
            <a:stCxn id="292" idx="0"/>
          </p:cNvCxnSpPr>
          <p:nvPr/>
        </p:nvCxnSpPr>
        <p:spPr>
          <a:xfrm rot="10800000">
            <a:off x="7097829" y="718121"/>
            <a:ext cx="234656" cy="2199506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1350371D-3E05-2ADB-8109-5325B7E7DDCA}"/>
              </a:ext>
            </a:extLst>
          </p:cNvPr>
          <p:cNvSpPr/>
          <p:nvPr/>
        </p:nvSpPr>
        <p:spPr>
          <a:xfrm rot="5400000">
            <a:off x="6689457" y="1798626"/>
            <a:ext cx="829137" cy="328163"/>
          </a:xfrm>
          <a:prstGeom prst="rect">
            <a:avLst/>
          </a:prstGeom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15KΩ</a:t>
            </a:r>
            <a:endParaRPr kumimoji="1" lang="ja-JP" altLang="en-US"/>
          </a:p>
        </p:txBody>
      </p:sp>
      <p:sp>
        <p:nvSpPr>
          <p:cNvPr id="301" name="円/楕円 300">
            <a:extLst>
              <a:ext uri="{FF2B5EF4-FFF2-40B4-BE49-F238E27FC236}">
                <a16:creationId xmlns:a16="http://schemas.microsoft.com/office/drawing/2014/main" id="{B742A437-F101-644F-A1EB-5C731EC89C19}"/>
              </a:ext>
            </a:extLst>
          </p:cNvPr>
          <p:cNvSpPr/>
          <p:nvPr/>
        </p:nvSpPr>
        <p:spPr>
          <a:xfrm rot="16200000">
            <a:off x="7333195" y="4025790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2" name="円/楕円 301">
            <a:extLst>
              <a:ext uri="{FF2B5EF4-FFF2-40B4-BE49-F238E27FC236}">
                <a16:creationId xmlns:a16="http://schemas.microsoft.com/office/drawing/2014/main" id="{0F6BA265-7735-0C6E-7953-49D69194E4C1}"/>
              </a:ext>
            </a:extLst>
          </p:cNvPr>
          <p:cNvSpPr/>
          <p:nvPr/>
        </p:nvSpPr>
        <p:spPr>
          <a:xfrm rot="16200000">
            <a:off x="3601107" y="2843971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1469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49B4-E8C8-9487-F4E0-D38756A4B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DC339121-A019-758C-2FB5-DD46E1C5C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290" t="6158" r="61766"/>
          <a:stretch/>
        </p:blipFill>
        <p:spPr>
          <a:xfrm>
            <a:off x="5593494" y="1161535"/>
            <a:ext cx="2117122" cy="3068080"/>
          </a:xfrm>
          <a:prstGeom prst="rect">
            <a:avLst/>
          </a:prstGeom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6B42779F-E056-17D4-1CCA-FB520FA31D3B}"/>
              </a:ext>
            </a:extLst>
          </p:cNvPr>
          <p:cNvGrpSpPr/>
          <p:nvPr/>
        </p:nvGrpSpPr>
        <p:grpSpPr>
          <a:xfrm rot="16200000">
            <a:off x="3084885" y="980616"/>
            <a:ext cx="2117123" cy="2387558"/>
            <a:chOff x="2943151" y="1613009"/>
            <a:chExt cx="2117123" cy="2387558"/>
          </a:xfrm>
        </p:grpSpPr>
        <p:pic>
          <p:nvPicPr>
            <p:cNvPr id="7" name="図 6" descr="ダイアグラム, 概略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780A9594-9EFB-B854-35A5-7C49349CC2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943151" y="1613009"/>
              <a:ext cx="2117123" cy="2387558"/>
            </a:xfrm>
            <a:prstGeom prst="rect">
              <a:avLst/>
            </a:prstGeom>
          </p:spPr>
        </p:pic>
        <p:cxnSp>
          <p:nvCxnSpPr>
            <p:cNvPr id="18" name="カギ線コネクタ 17">
              <a:extLst>
                <a:ext uri="{FF2B5EF4-FFF2-40B4-BE49-F238E27FC236}">
                  <a16:creationId xmlns:a16="http://schemas.microsoft.com/office/drawing/2014/main" id="{8F53A937-58CF-6E09-B9A3-3AB07E4A9C3C}"/>
                </a:ext>
              </a:extLst>
            </p:cNvPr>
            <p:cNvCxnSpPr>
              <a:cxnSpLocks/>
              <a:stCxn id="28" idx="2"/>
              <a:endCxn id="45" idx="0"/>
            </p:cNvCxnSpPr>
            <p:nvPr/>
          </p:nvCxnSpPr>
          <p:spPr>
            <a:xfrm flipH="1">
              <a:off x="3117845" y="2619053"/>
              <a:ext cx="493763" cy="870542"/>
            </a:xfrm>
            <a:prstGeom prst="bentConnector2">
              <a:avLst/>
            </a:prstGeom>
            <a:ln w="63500">
              <a:solidFill>
                <a:srgbClr val="FF0000"/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カギ線コネクタ 25">
              <a:extLst>
                <a:ext uri="{FF2B5EF4-FFF2-40B4-BE49-F238E27FC236}">
                  <a16:creationId xmlns:a16="http://schemas.microsoft.com/office/drawing/2014/main" id="{F5324D36-AFD7-3A84-8D55-0E658ABA5384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 flipV="1">
              <a:off x="3701023" y="2609154"/>
              <a:ext cx="858630" cy="634043"/>
            </a:xfrm>
            <a:prstGeom prst="bentConnector3">
              <a:avLst>
                <a:gd name="adj1" fmla="val 50000"/>
              </a:avLst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3" name="カギ線コネクタ 32">
            <a:extLst>
              <a:ext uri="{FF2B5EF4-FFF2-40B4-BE49-F238E27FC236}">
                <a16:creationId xmlns:a16="http://schemas.microsoft.com/office/drawing/2014/main" id="{D7EE8863-5E5B-E820-CF31-8717FBF7CF2C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flipV="1">
            <a:off x="4983235" y="1387799"/>
            <a:ext cx="844502" cy="156360"/>
          </a:xfrm>
          <a:prstGeom prst="bentConnector3">
            <a:avLst>
              <a:gd name="adj1" fmla="val 50000"/>
            </a:avLst>
          </a:prstGeom>
          <a:ln w="6350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カギ線コネクタ 49">
            <a:extLst>
              <a:ext uri="{FF2B5EF4-FFF2-40B4-BE49-F238E27FC236}">
                <a16:creationId xmlns:a16="http://schemas.microsoft.com/office/drawing/2014/main" id="{239E8FFA-C386-5712-77D7-CACA95A78FE3}"/>
              </a:ext>
            </a:extLst>
          </p:cNvPr>
          <p:cNvCxnSpPr>
            <a:cxnSpLocks/>
            <a:stCxn id="13" idx="6"/>
            <a:endCxn id="17" idx="6"/>
          </p:cNvCxnSpPr>
          <p:nvPr/>
        </p:nvCxnSpPr>
        <p:spPr>
          <a:xfrm rot="5400000" flipH="1" flipV="1">
            <a:off x="5934929" y="-40257"/>
            <a:ext cx="132607" cy="2848097"/>
          </a:xfrm>
          <a:prstGeom prst="bentConnector3">
            <a:avLst>
              <a:gd name="adj1" fmla="val 274823"/>
            </a:avLst>
          </a:prstGeom>
          <a:ln w="635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3C70F710-CBEA-1C7C-B723-E76EA9840757}"/>
              </a:ext>
            </a:extLst>
          </p:cNvPr>
          <p:cNvSpPr/>
          <p:nvPr/>
        </p:nvSpPr>
        <p:spPr>
          <a:xfrm>
            <a:off x="8473604" y="1582151"/>
            <a:ext cx="304622" cy="2399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FA5878F9-9EF6-3AF7-E819-0B2BB5633BD3}"/>
              </a:ext>
            </a:extLst>
          </p:cNvPr>
          <p:cNvGrpSpPr/>
          <p:nvPr/>
        </p:nvGrpSpPr>
        <p:grpSpPr>
          <a:xfrm>
            <a:off x="8521957" y="1605506"/>
            <a:ext cx="195648" cy="2000390"/>
            <a:chOff x="7331138" y="1309815"/>
            <a:chExt cx="195648" cy="2000390"/>
          </a:xfrm>
        </p:grpSpPr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D212183C-8340-8297-BF7B-58CB79C633C9}"/>
                </a:ext>
              </a:extLst>
            </p:cNvPr>
            <p:cNvGrpSpPr/>
            <p:nvPr/>
          </p:nvGrpSpPr>
          <p:grpSpPr>
            <a:xfrm>
              <a:off x="7341967" y="1309815"/>
              <a:ext cx="184819" cy="1097435"/>
              <a:chOff x="7341967" y="1309815"/>
              <a:chExt cx="184819" cy="1097435"/>
            </a:xfrm>
          </p:grpSpPr>
          <p:sp>
            <p:nvSpPr>
              <p:cNvPr id="56" name="円/楕円 55">
                <a:extLst>
                  <a:ext uri="{FF2B5EF4-FFF2-40B4-BE49-F238E27FC236}">
                    <a16:creationId xmlns:a16="http://schemas.microsoft.com/office/drawing/2014/main" id="{45E2981D-A59E-6318-BA68-B5462E821B56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円/楕円 56">
                <a:extLst>
                  <a:ext uri="{FF2B5EF4-FFF2-40B4-BE49-F238E27FC236}">
                    <a16:creationId xmlns:a16="http://schemas.microsoft.com/office/drawing/2014/main" id="{21D131D4-498E-0876-F339-71356F091A33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円/楕円 57">
                <a:extLst>
                  <a:ext uri="{FF2B5EF4-FFF2-40B4-BE49-F238E27FC236}">
                    <a16:creationId xmlns:a16="http://schemas.microsoft.com/office/drawing/2014/main" id="{E612E7D0-B399-C90E-70D0-A873D7138022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円/楕円 58">
                <a:extLst>
                  <a:ext uri="{FF2B5EF4-FFF2-40B4-BE49-F238E27FC236}">
                    <a16:creationId xmlns:a16="http://schemas.microsoft.com/office/drawing/2014/main" id="{B3F04FC1-96A4-7AD8-2195-DEBFB98C8CFA}"/>
                  </a:ext>
                </a:extLst>
              </p:cNvPr>
              <p:cNvSpPr/>
              <p:nvPr/>
            </p:nvSpPr>
            <p:spPr>
              <a:xfrm>
                <a:off x="7341967" y="223245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29E06606-BB35-DF02-C60B-9282CE29F419}"/>
                </a:ext>
              </a:extLst>
            </p:cNvPr>
            <p:cNvGrpSpPr/>
            <p:nvPr/>
          </p:nvGrpSpPr>
          <p:grpSpPr>
            <a:xfrm>
              <a:off x="7331138" y="2525808"/>
              <a:ext cx="176579" cy="784397"/>
              <a:chOff x="7350207" y="1309815"/>
              <a:chExt cx="176579" cy="784397"/>
            </a:xfrm>
          </p:grpSpPr>
          <p:sp>
            <p:nvSpPr>
              <p:cNvPr id="62" name="円/楕円 61">
                <a:extLst>
                  <a:ext uri="{FF2B5EF4-FFF2-40B4-BE49-F238E27FC236}">
                    <a16:creationId xmlns:a16="http://schemas.microsoft.com/office/drawing/2014/main" id="{28673F24-90DC-3A55-C21B-4D526752E075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円/楕円 62">
                <a:extLst>
                  <a:ext uri="{FF2B5EF4-FFF2-40B4-BE49-F238E27FC236}">
                    <a16:creationId xmlns:a16="http://schemas.microsoft.com/office/drawing/2014/main" id="{3E59A946-999E-4C08-3C4C-7182765C84E1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円/楕円 63">
                <a:extLst>
                  <a:ext uri="{FF2B5EF4-FFF2-40B4-BE49-F238E27FC236}">
                    <a16:creationId xmlns:a16="http://schemas.microsoft.com/office/drawing/2014/main" id="{CCE4174B-90F7-9603-713F-E6E3F99F241F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51791EC-75D2-A855-6FCC-5415F0A4E17A}"/>
              </a:ext>
            </a:extLst>
          </p:cNvPr>
          <p:cNvSpPr txBox="1"/>
          <p:nvPr/>
        </p:nvSpPr>
        <p:spPr>
          <a:xfrm>
            <a:off x="8834819" y="1627951"/>
            <a:ext cx="6976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GND</a:t>
            </a:r>
          </a:p>
          <a:p>
            <a:r>
              <a:rPr lang="en-US" altLang="ja-JP" dirty="0"/>
              <a:t>VCC</a:t>
            </a:r>
          </a:p>
          <a:p>
            <a:r>
              <a:rPr kumimoji="1" lang="en-US" altLang="ja-JP" dirty="0"/>
              <a:t>SCL</a:t>
            </a:r>
          </a:p>
          <a:p>
            <a:r>
              <a:rPr lang="en-US" altLang="ja-JP" dirty="0"/>
              <a:t>SDA</a:t>
            </a:r>
          </a:p>
          <a:p>
            <a:r>
              <a:rPr kumimoji="1" lang="en-US" altLang="ja-JP" dirty="0"/>
              <a:t>RES</a:t>
            </a:r>
          </a:p>
          <a:p>
            <a:r>
              <a:rPr kumimoji="1" lang="en-US" altLang="ja-JP" dirty="0"/>
              <a:t>DC</a:t>
            </a:r>
          </a:p>
          <a:p>
            <a:r>
              <a:rPr lang="en-US" altLang="ja-JP" dirty="0"/>
              <a:t>CS</a:t>
            </a:r>
          </a:p>
        </p:txBody>
      </p:sp>
      <p:cxnSp>
        <p:nvCxnSpPr>
          <p:cNvPr id="69" name="カギ線コネクタ 68">
            <a:extLst>
              <a:ext uri="{FF2B5EF4-FFF2-40B4-BE49-F238E27FC236}">
                <a16:creationId xmlns:a16="http://schemas.microsoft.com/office/drawing/2014/main" id="{00885DB0-726D-5ED9-A181-E99115DBCA7E}"/>
              </a:ext>
            </a:extLst>
          </p:cNvPr>
          <p:cNvCxnSpPr>
            <a:cxnSpLocks/>
            <a:stCxn id="45" idx="2"/>
            <a:endCxn id="75" idx="4"/>
          </p:cNvCxnSpPr>
          <p:nvPr/>
        </p:nvCxnSpPr>
        <p:spPr>
          <a:xfrm rot="5400000" flipH="1" flipV="1">
            <a:off x="6855214" y="1064627"/>
            <a:ext cx="136243" cy="4019370"/>
          </a:xfrm>
          <a:prstGeom prst="bentConnector3">
            <a:avLst>
              <a:gd name="adj1" fmla="val -1137667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カギ線コネクタ 72">
            <a:extLst>
              <a:ext uri="{FF2B5EF4-FFF2-40B4-BE49-F238E27FC236}">
                <a16:creationId xmlns:a16="http://schemas.microsoft.com/office/drawing/2014/main" id="{42FFB249-D507-484A-7D64-66F4F8F0DF0E}"/>
              </a:ext>
            </a:extLst>
          </p:cNvPr>
          <p:cNvCxnSpPr>
            <a:cxnSpLocks/>
            <a:stCxn id="62" idx="6"/>
            <a:endCxn id="57" idx="6"/>
          </p:cNvCxnSpPr>
          <p:nvPr/>
        </p:nvCxnSpPr>
        <p:spPr>
          <a:xfrm flipV="1">
            <a:off x="8698536" y="2005942"/>
            <a:ext cx="10829" cy="902955"/>
          </a:xfrm>
          <a:prstGeom prst="bentConnector3">
            <a:avLst>
              <a:gd name="adj1" fmla="val 2210998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カギ線コネクタ 83">
            <a:extLst>
              <a:ext uri="{FF2B5EF4-FFF2-40B4-BE49-F238E27FC236}">
                <a16:creationId xmlns:a16="http://schemas.microsoft.com/office/drawing/2014/main" id="{FD922344-C5A0-9198-AC45-11D9038387B4}"/>
              </a:ext>
            </a:extLst>
          </p:cNvPr>
          <p:cNvCxnSpPr>
            <a:cxnSpLocks/>
            <a:stCxn id="56" idx="0"/>
            <a:endCxn id="36" idx="6"/>
          </p:cNvCxnSpPr>
          <p:nvPr/>
        </p:nvCxnSpPr>
        <p:spPr>
          <a:xfrm rot="16200000" flipV="1">
            <a:off x="6210929" y="-817001"/>
            <a:ext cx="157390" cy="4687624"/>
          </a:xfrm>
          <a:prstGeom prst="bentConnector3">
            <a:avLst>
              <a:gd name="adj1" fmla="val 47365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カギ線コネクタ 87">
            <a:extLst>
              <a:ext uri="{FF2B5EF4-FFF2-40B4-BE49-F238E27FC236}">
                <a16:creationId xmlns:a16="http://schemas.microsoft.com/office/drawing/2014/main" id="{45DF8403-F1E7-F07C-D14C-DF7CC3C73780}"/>
              </a:ext>
            </a:extLst>
          </p:cNvPr>
          <p:cNvCxnSpPr>
            <a:cxnSpLocks/>
            <a:stCxn id="91" idx="4"/>
            <a:endCxn id="63" idx="2"/>
          </p:cNvCxnSpPr>
          <p:nvPr/>
        </p:nvCxnSpPr>
        <p:spPr>
          <a:xfrm flipV="1">
            <a:off x="6406298" y="3221935"/>
            <a:ext cx="2115659" cy="1075317"/>
          </a:xfrm>
          <a:prstGeom prst="bentConnector3">
            <a:avLst>
              <a:gd name="adj1" fmla="val 89853"/>
            </a:avLst>
          </a:prstGeom>
          <a:ln w="635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カギ線コネクタ 89">
            <a:extLst>
              <a:ext uri="{FF2B5EF4-FFF2-40B4-BE49-F238E27FC236}">
                <a16:creationId xmlns:a16="http://schemas.microsoft.com/office/drawing/2014/main" id="{6A271042-22B6-6EFF-6CA3-7AE318A0DE49}"/>
              </a:ext>
            </a:extLst>
          </p:cNvPr>
          <p:cNvCxnSpPr>
            <a:cxnSpLocks/>
            <a:stCxn id="83" idx="2"/>
            <a:endCxn id="64" idx="4"/>
          </p:cNvCxnSpPr>
          <p:nvPr/>
        </p:nvCxnSpPr>
        <p:spPr>
          <a:xfrm rot="16200000" flipH="1">
            <a:off x="7454434" y="2454202"/>
            <a:ext cx="303147" cy="2000240"/>
          </a:xfrm>
          <a:prstGeom prst="bentConnector3">
            <a:avLst>
              <a:gd name="adj1" fmla="val 414367"/>
            </a:avLst>
          </a:prstGeom>
          <a:ln w="635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カギ線コネクタ 92">
            <a:extLst>
              <a:ext uri="{FF2B5EF4-FFF2-40B4-BE49-F238E27FC236}">
                <a16:creationId xmlns:a16="http://schemas.microsoft.com/office/drawing/2014/main" id="{659D8A86-386C-E2D8-1797-75ABB1875C5E}"/>
              </a:ext>
            </a:extLst>
          </p:cNvPr>
          <p:cNvCxnSpPr>
            <a:cxnSpLocks/>
            <a:stCxn id="301" idx="2"/>
            <a:endCxn id="302" idx="2"/>
          </p:cNvCxnSpPr>
          <p:nvPr/>
        </p:nvCxnSpPr>
        <p:spPr>
          <a:xfrm rot="5400000" flipH="1">
            <a:off x="5019790" y="1799782"/>
            <a:ext cx="1633080" cy="3162071"/>
          </a:xfrm>
          <a:prstGeom prst="bentConnector3">
            <a:avLst>
              <a:gd name="adj1" fmla="val -14196"/>
            </a:avLst>
          </a:prstGeom>
          <a:ln w="635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カギ線コネクタ 101">
            <a:extLst>
              <a:ext uri="{FF2B5EF4-FFF2-40B4-BE49-F238E27FC236}">
                <a16:creationId xmlns:a16="http://schemas.microsoft.com/office/drawing/2014/main" id="{8D9E4EF6-AB1B-6C8D-7A23-F52D656B953F}"/>
              </a:ext>
            </a:extLst>
          </p:cNvPr>
          <p:cNvCxnSpPr>
            <a:cxnSpLocks/>
            <a:stCxn id="101" idx="4"/>
            <a:endCxn id="58" idx="2"/>
          </p:cNvCxnSpPr>
          <p:nvPr/>
        </p:nvCxnSpPr>
        <p:spPr>
          <a:xfrm flipV="1">
            <a:off x="7517175" y="2302506"/>
            <a:ext cx="1023851" cy="1503790"/>
          </a:xfrm>
          <a:prstGeom prst="bentConnector3">
            <a:avLst>
              <a:gd name="adj1" fmla="val 62759"/>
            </a:avLst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カギ線コネクタ 108">
            <a:extLst>
              <a:ext uri="{FF2B5EF4-FFF2-40B4-BE49-F238E27FC236}">
                <a16:creationId xmlns:a16="http://schemas.microsoft.com/office/drawing/2014/main" id="{45EA102B-6AC1-5CA9-72C6-D7D40EA1B346}"/>
              </a:ext>
            </a:extLst>
          </p:cNvPr>
          <p:cNvCxnSpPr>
            <a:cxnSpLocks/>
            <a:stCxn id="292" idx="4"/>
            <a:endCxn id="59" idx="2"/>
          </p:cNvCxnSpPr>
          <p:nvPr/>
        </p:nvCxnSpPr>
        <p:spPr>
          <a:xfrm flipV="1">
            <a:off x="7507280" y="2615544"/>
            <a:ext cx="1025506" cy="587090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9826CEEE-7C30-86B9-0DAA-CCF8E4A119A7}"/>
              </a:ext>
            </a:extLst>
          </p:cNvPr>
          <p:cNvGrpSpPr/>
          <p:nvPr/>
        </p:nvGrpSpPr>
        <p:grpSpPr>
          <a:xfrm rot="16200000">
            <a:off x="2910126" y="754678"/>
            <a:ext cx="422151" cy="746987"/>
            <a:chOff x="4618386" y="586941"/>
            <a:chExt cx="422151" cy="746987"/>
          </a:xfrm>
        </p:grpSpPr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991F6782-AB8B-D262-1C8A-0D7501E11C19}"/>
                </a:ext>
              </a:extLst>
            </p:cNvPr>
            <p:cNvSpPr/>
            <p:nvPr/>
          </p:nvSpPr>
          <p:spPr>
            <a:xfrm>
              <a:off x="4618386" y="586941"/>
              <a:ext cx="422151" cy="746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EF739820-F3F3-BE0D-051C-90DF792EAD3F}"/>
                </a:ext>
              </a:extLst>
            </p:cNvPr>
            <p:cNvGrpSpPr/>
            <p:nvPr/>
          </p:nvGrpSpPr>
          <p:grpSpPr>
            <a:xfrm>
              <a:off x="4735154" y="680547"/>
              <a:ext cx="176579" cy="487833"/>
              <a:chOff x="8159036" y="1423788"/>
              <a:chExt cx="176579" cy="487833"/>
            </a:xfrm>
          </p:grpSpPr>
          <p:sp>
            <p:nvSpPr>
              <p:cNvPr id="130" name="円/楕円 129">
                <a:extLst>
                  <a:ext uri="{FF2B5EF4-FFF2-40B4-BE49-F238E27FC236}">
                    <a16:creationId xmlns:a16="http://schemas.microsoft.com/office/drawing/2014/main" id="{8A1008AF-3E80-9F23-42F3-01C9F8F13A88}"/>
                  </a:ext>
                </a:extLst>
              </p:cNvPr>
              <p:cNvSpPr/>
              <p:nvPr/>
            </p:nvSpPr>
            <p:spPr>
              <a:xfrm>
                <a:off x="8167276" y="1423788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円/楕円 130">
                <a:extLst>
                  <a:ext uri="{FF2B5EF4-FFF2-40B4-BE49-F238E27FC236}">
                    <a16:creationId xmlns:a16="http://schemas.microsoft.com/office/drawing/2014/main" id="{CD422A1B-9700-F666-351E-875E5C408C74}"/>
                  </a:ext>
                </a:extLst>
              </p:cNvPr>
              <p:cNvSpPr/>
              <p:nvPr/>
            </p:nvSpPr>
            <p:spPr>
              <a:xfrm>
                <a:off x="8159036" y="1736826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8BF82E38-701B-AFCC-BEE4-CDFF84056A60}"/>
              </a:ext>
            </a:extLst>
          </p:cNvPr>
          <p:cNvSpPr txBox="1"/>
          <p:nvPr/>
        </p:nvSpPr>
        <p:spPr>
          <a:xfrm rot="5400000">
            <a:off x="2689222" y="1356425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VIN</a:t>
            </a:r>
          </a:p>
          <a:p>
            <a:r>
              <a:rPr kumimoji="1" lang="en-US" altLang="ja-JP" dirty="0"/>
              <a:t>GND</a:t>
            </a:r>
            <a:endParaRPr kumimoji="1" lang="ja-JP" altLang="en-US"/>
          </a:p>
        </p:txBody>
      </p:sp>
      <p:cxnSp>
        <p:nvCxnSpPr>
          <p:cNvPr id="137" name="カギ線コネクタ 136">
            <a:extLst>
              <a:ext uri="{FF2B5EF4-FFF2-40B4-BE49-F238E27FC236}">
                <a16:creationId xmlns:a16="http://schemas.microsoft.com/office/drawing/2014/main" id="{BB2C950D-DD5D-6A53-15D4-70E8B79CA364}"/>
              </a:ext>
            </a:extLst>
          </p:cNvPr>
          <p:cNvCxnSpPr>
            <a:cxnSpLocks/>
            <a:stCxn id="53" idx="0"/>
            <a:endCxn id="45" idx="4"/>
          </p:cNvCxnSpPr>
          <p:nvPr/>
        </p:nvCxnSpPr>
        <p:spPr>
          <a:xfrm rot="10800000" flipV="1">
            <a:off x="5001048" y="2288343"/>
            <a:ext cx="824710" cy="769919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カギ線コネクタ 170">
            <a:extLst>
              <a:ext uri="{FF2B5EF4-FFF2-40B4-BE49-F238E27FC236}">
                <a16:creationId xmlns:a16="http://schemas.microsoft.com/office/drawing/2014/main" id="{B9DE638A-650A-5579-431E-DB5976866DA0}"/>
              </a:ext>
            </a:extLst>
          </p:cNvPr>
          <p:cNvCxnSpPr>
            <a:cxnSpLocks/>
            <a:stCxn id="95" idx="4"/>
            <a:endCxn id="91" idx="6"/>
          </p:cNvCxnSpPr>
          <p:nvPr/>
        </p:nvCxnSpPr>
        <p:spPr>
          <a:xfrm>
            <a:off x="6004516" y="3503585"/>
            <a:ext cx="314385" cy="709498"/>
          </a:xfrm>
          <a:prstGeom prst="bentConnector2">
            <a:avLst/>
          </a:prstGeom>
          <a:ln w="6350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カギ線コネクタ 191">
            <a:extLst>
              <a:ext uri="{FF2B5EF4-FFF2-40B4-BE49-F238E27FC236}">
                <a16:creationId xmlns:a16="http://schemas.microsoft.com/office/drawing/2014/main" id="{029823A8-874A-E48D-057A-59D53C544A41}"/>
              </a:ext>
            </a:extLst>
          </p:cNvPr>
          <p:cNvCxnSpPr>
            <a:cxnSpLocks/>
            <a:stCxn id="83" idx="0"/>
            <a:endCxn id="80" idx="4"/>
          </p:cNvCxnSpPr>
          <p:nvPr/>
        </p:nvCxnSpPr>
        <p:spPr>
          <a:xfrm rot="10800000">
            <a:off x="6006495" y="3208683"/>
            <a:ext cx="511994" cy="9897"/>
          </a:xfrm>
          <a:prstGeom prst="bentConnector3">
            <a:avLst>
              <a:gd name="adj1" fmla="val 50000"/>
            </a:avLst>
          </a:prstGeom>
          <a:ln w="635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カギ線コネクタ 216">
            <a:extLst>
              <a:ext uri="{FF2B5EF4-FFF2-40B4-BE49-F238E27FC236}">
                <a16:creationId xmlns:a16="http://schemas.microsoft.com/office/drawing/2014/main" id="{0591E666-F918-A02F-446F-3D6729A5DC9A}"/>
              </a:ext>
            </a:extLst>
          </p:cNvPr>
          <p:cNvCxnSpPr>
            <a:cxnSpLocks/>
            <a:stCxn id="71" idx="4"/>
          </p:cNvCxnSpPr>
          <p:nvPr/>
        </p:nvCxnSpPr>
        <p:spPr>
          <a:xfrm>
            <a:off x="4664583" y="2068654"/>
            <a:ext cx="1195675" cy="524024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左中かっこ 226">
            <a:extLst>
              <a:ext uri="{FF2B5EF4-FFF2-40B4-BE49-F238E27FC236}">
                <a16:creationId xmlns:a16="http://schemas.microsoft.com/office/drawing/2014/main" id="{92BBADB6-AE33-0B48-FAEF-5E330B77E82F}"/>
              </a:ext>
            </a:extLst>
          </p:cNvPr>
          <p:cNvSpPr/>
          <p:nvPr/>
        </p:nvSpPr>
        <p:spPr>
          <a:xfrm rot="16200000">
            <a:off x="5248424" y="4793376"/>
            <a:ext cx="282897" cy="90562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6128C241-8809-3D43-D62E-8712332AF60B}"/>
              </a:ext>
            </a:extLst>
          </p:cNvPr>
          <p:cNvSpPr txBox="1"/>
          <p:nvPr/>
        </p:nvSpPr>
        <p:spPr>
          <a:xfrm>
            <a:off x="5009800" y="5476830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6pins</a:t>
            </a:r>
            <a:endParaRPr kumimoji="1" lang="ja-JP" altLang="en-US"/>
          </a:p>
        </p:txBody>
      </p:sp>
      <p:sp>
        <p:nvSpPr>
          <p:cNvPr id="229" name="左中かっこ 228">
            <a:extLst>
              <a:ext uri="{FF2B5EF4-FFF2-40B4-BE49-F238E27FC236}">
                <a16:creationId xmlns:a16="http://schemas.microsoft.com/office/drawing/2014/main" id="{61A8FDD9-68DB-6EBD-5E6A-6DCE3BE47F5E}"/>
              </a:ext>
            </a:extLst>
          </p:cNvPr>
          <p:cNvSpPr/>
          <p:nvPr/>
        </p:nvSpPr>
        <p:spPr>
          <a:xfrm rot="10800000">
            <a:off x="9047289" y="4133136"/>
            <a:ext cx="224116" cy="6598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D12B8023-6C81-759D-8F05-A577D9F90E66}"/>
              </a:ext>
            </a:extLst>
          </p:cNvPr>
          <p:cNvSpPr txBox="1"/>
          <p:nvPr/>
        </p:nvSpPr>
        <p:spPr>
          <a:xfrm>
            <a:off x="9310389" y="4284550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250" name="左中かっこ 249">
            <a:extLst>
              <a:ext uri="{FF2B5EF4-FFF2-40B4-BE49-F238E27FC236}">
                <a16:creationId xmlns:a16="http://schemas.microsoft.com/office/drawing/2014/main" id="{30029AB4-E221-E123-EDDE-E052A5C5F4A2}"/>
              </a:ext>
            </a:extLst>
          </p:cNvPr>
          <p:cNvSpPr/>
          <p:nvPr/>
        </p:nvSpPr>
        <p:spPr>
          <a:xfrm rot="10800000">
            <a:off x="8954067" y="689543"/>
            <a:ext cx="224116" cy="6598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1" name="テキスト ボックス 250">
            <a:extLst>
              <a:ext uri="{FF2B5EF4-FFF2-40B4-BE49-F238E27FC236}">
                <a16:creationId xmlns:a16="http://schemas.microsoft.com/office/drawing/2014/main" id="{BB8AC2E5-B480-4065-E6AE-DD82CAC24867}"/>
              </a:ext>
            </a:extLst>
          </p:cNvPr>
          <p:cNvSpPr txBox="1"/>
          <p:nvPr/>
        </p:nvSpPr>
        <p:spPr>
          <a:xfrm>
            <a:off x="9217167" y="84095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252" name="左中かっこ 251">
            <a:extLst>
              <a:ext uri="{FF2B5EF4-FFF2-40B4-BE49-F238E27FC236}">
                <a16:creationId xmlns:a16="http://schemas.microsoft.com/office/drawing/2014/main" id="{6525D0F8-A5DF-9ED2-D4A2-D577BDCBCAF8}"/>
              </a:ext>
            </a:extLst>
          </p:cNvPr>
          <p:cNvSpPr/>
          <p:nvPr/>
        </p:nvSpPr>
        <p:spPr>
          <a:xfrm rot="16200000">
            <a:off x="7627345" y="5014708"/>
            <a:ext cx="246861" cy="37687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3" name="テキスト ボックス 252">
            <a:extLst>
              <a:ext uri="{FF2B5EF4-FFF2-40B4-BE49-F238E27FC236}">
                <a16:creationId xmlns:a16="http://schemas.microsoft.com/office/drawing/2014/main" id="{E77BCAD4-6E20-6D36-99D1-151D86546BC1}"/>
              </a:ext>
            </a:extLst>
          </p:cNvPr>
          <p:cNvSpPr txBox="1"/>
          <p:nvPr/>
        </p:nvSpPr>
        <p:spPr>
          <a:xfrm>
            <a:off x="7434545" y="5329055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292" name="円/楕円 291">
            <a:extLst>
              <a:ext uri="{FF2B5EF4-FFF2-40B4-BE49-F238E27FC236}">
                <a16:creationId xmlns:a16="http://schemas.microsoft.com/office/drawing/2014/main" id="{52C79760-96C8-E267-DA7C-66C73CFE0A78}"/>
              </a:ext>
            </a:extLst>
          </p:cNvPr>
          <p:cNvSpPr/>
          <p:nvPr/>
        </p:nvSpPr>
        <p:spPr>
          <a:xfrm rot="16200000">
            <a:off x="7335713" y="3115237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1" name="円/楕円 300">
            <a:extLst>
              <a:ext uri="{FF2B5EF4-FFF2-40B4-BE49-F238E27FC236}">
                <a16:creationId xmlns:a16="http://schemas.microsoft.com/office/drawing/2014/main" id="{2777C29A-5F93-30BB-5D79-740AF2546DB1}"/>
              </a:ext>
            </a:extLst>
          </p:cNvPr>
          <p:cNvSpPr/>
          <p:nvPr/>
        </p:nvSpPr>
        <p:spPr>
          <a:xfrm rot="16200000">
            <a:off x="7333195" y="4025790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2" name="円/楕円 301">
            <a:extLst>
              <a:ext uri="{FF2B5EF4-FFF2-40B4-BE49-F238E27FC236}">
                <a16:creationId xmlns:a16="http://schemas.microsoft.com/office/drawing/2014/main" id="{311ECF48-DEFB-A15A-BC22-914F657EDEC1}"/>
              </a:ext>
            </a:extLst>
          </p:cNvPr>
          <p:cNvSpPr/>
          <p:nvPr/>
        </p:nvSpPr>
        <p:spPr>
          <a:xfrm rot="16200000">
            <a:off x="4171124" y="2392710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35C8C0ED-5BA8-632C-7F94-A4366D999FC5}"/>
              </a:ext>
            </a:extLst>
          </p:cNvPr>
          <p:cNvSpPr/>
          <p:nvPr/>
        </p:nvSpPr>
        <p:spPr>
          <a:xfrm rot="16200000">
            <a:off x="4493014" y="1446866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A937CF6F-055D-5FC2-3A8F-C0A799D0AE1B}"/>
              </a:ext>
            </a:extLst>
          </p:cNvPr>
          <p:cNvSpPr/>
          <p:nvPr/>
        </p:nvSpPr>
        <p:spPr>
          <a:xfrm rot="16200000">
            <a:off x="7341111" y="1314259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FECF279E-4F39-BFDA-2317-01410E72E871}"/>
              </a:ext>
            </a:extLst>
          </p:cNvPr>
          <p:cNvSpPr/>
          <p:nvPr/>
        </p:nvSpPr>
        <p:spPr>
          <a:xfrm rot="16200000">
            <a:off x="4811668" y="1456762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BFBD37D5-A61D-80C8-238A-83B4FEDE1D8E}"/>
              </a:ext>
            </a:extLst>
          </p:cNvPr>
          <p:cNvSpPr/>
          <p:nvPr/>
        </p:nvSpPr>
        <p:spPr>
          <a:xfrm rot="16200000">
            <a:off x="5830965" y="1300402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E399BFE1-1D76-7D92-DCE6-C932C2B1AEE4}"/>
              </a:ext>
            </a:extLst>
          </p:cNvPr>
          <p:cNvSpPr/>
          <p:nvPr/>
        </p:nvSpPr>
        <p:spPr>
          <a:xfrm rot="16200000">
            <a:off x="3871541" y="2392933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7058A07F-1C20-84F8-DB2F-0117B594E449}"/>
              </a:ext>
            </a:extLst>
          </p:cNvPr>
          <p:cNvSpPr/>
          <p:nvPr/>
        </p:nvSpPr>
        <p:spPr>
          <a:xfrm rot="16200000">
            <a:off x="4819587" y="2390955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F6464723-6996-51AF-2561-6988667F324E}"/>
              </a:ext>
            </a:extLst>
          </p:cNvPr>
          <p:cNvSpPr/>
          <p:nvPr/>
        </p:nvSpPr>
        <p:spPr>
          <a:xfrm rot="16200000">
            <a:off x="3861642" y="1444888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F9DD0371-FEE8-BD72-275C-2EDC67954C80}"/>
              </a:ext>
            </a:extLst>
          </p:cNvPr>
          <p:cNvSpPr/>
          <p:nvPr/>
        </p:nvSpPr>
        <p:spPr>
          <a:xfrm rot="16200000">
            <a:off x="4489055" y="2404809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>
            <a:extLst>
              <a:ext uri="{FF2B5EF4-FFF2-40B4-BE49-F238E27FC236}">
                <a16:creationId xmlns:a16="http://schemas.microsoft.com/office/drawing/2014/main" id="{76ABE9CE-C68B-9D35-7490-56BD6C6967C8}"/>
              </a:ext>
            </a:extLst>
          </p:cNvPr>
          <p:cNvSpPr/>
          <p:nvPr/>
        </p:nvSpPr>
        <p:spPr>
          <a:xfrm rot="16200000">
            <a:off x="4829481" y="2970866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カギ線コネクタ 46">
            <a:extLst>
              <a:ext uri="{FF2B5EF4-FFF2-40B4-BE49-F238E27FC236}">
                <a16:creationId xmlns:a16="http://schemas.microsoft.com/office/drawing/2014/main" id="{E4FD6161-1AB4-728A-583B-2E42379B5E8F}"/>
              </a:ext>
            </a:extLst>
          </p:cNvPr>
          <p:cNvCxnSpPr>
            <a:cxnSpLocks/>
            <a:stCxn id="45" idx="6"/>
            <a:endCxn id="30" idx="2"/>
          </p:cNvCxnSpPr>
          <p:nvPr/>
        </p:nvCxnSpPr>
        <p:spPr>
          <a:xfrm rot="16200000" flipV="1">
            <a:off x="4702918" y="2763361"/>
            <a:ext cx="411572" cy="9894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円/楕円 52">
            <a:extLst>
              <a:ext uri="{FF2B5EF4-FFF2-40B4-BE49-F238E27FC236}">
                <a16:creationId xmlns:a16="http://schemas.microsoft.com/office/drawing/2014/main" id="{E7D5BA70-CA2B-DE17-C8B8-75B0E68CD0B6}"/>
              </a:ext>
            </a:extLst>
          </p:cNvPr>
          <p:cNvSpPr/>
          <p:nvPr/>
        </p:nvSpPr>
        <p:spPr>
          <a:xfrm rot="16200000">
            <a:off x="5828986" y="2200947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円/楕円 69">
            <a:extLst>
              <a:ext uri="{FF2B5EF4-FFF2-40B4-BE49-F238E27FC236}">
                <a16:creationId xmlns:a16="http://schemas.microsoft.com/office/drawing/2014/main" id="{5C086AFC-EABA-8410-57E6-5017CCA13064}"/>
              </a:ext>
            </a:extLst>
          </p:cNvPr>
          <p:cNvSpPr/>
          <p:nvPr/>
        </p:nvSpPr>
        <p:spPr>
          <a:xfrm rot="16200000">
            <a:off x="5836906" y="2517626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円/楕円 70">
            <a:extLst>
              <a:ext uri="{FF2B5EF4-FFF2-40B4-BE49-F238E27FC236}">
                <a16:creationId xmlns:a16="http://schemas.microsoft.com/office/drawing/2014/main" id="{C957424E-670E-4150-B76D-8CBDC33BF8FB}"/>
              </a:ext>
            </a:extLst>
          </p:cNvPr>
          <p:cNvSpPr/>
          <p:nvPr/>
        </p:nvSpPr>
        <p:spPr>
          <a:xfrm rot="16200000">
            <a:off x="4493016" y="1981257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円/楕円 74">
            <a:extLst>
              <a:ext uri="{FF2B5EF4-FFF2-40B4-BE49-F238E27FC236}">
                <a16:creationId xmlns:a16="http://schemas.microsoft.com/office/drawing/2014/main" id="{1A0380CD-715B-087F-603C-65A047DDB87B}"/>
              </a:ext>
            </a:extLst>
          </p:cNvPr>
          <p:cNvSpPr/>
          <p:nvPr/>
        </p:nvSpPr>
        <p:spPr>
          <a:xfrm>
            <a:off x="8848851" y="2831395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円/楕円 79">
            <a:extLst>
              <a:ext uri="{FF2B5EF4-FFF2-40B4-BE49-F238E27FC236}">
                <a16:creationId xmlns:a16="http://schemas.microsoft.com/office/drawing/2014/main" id="{5EB04003-FB10-F2B5-4A50-846EE7C8B9DA}"/>
              </a:ext>
            </a:extLst>
          </p:cNvPr>
          <p:cNvSpPr/>
          <p:nvPr/>
        </p:nvSpPr>
        <p:spPr>
          <a:xfrm rot="16200000">
            <a:off x="5834928" y="3121285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円/楕円 82">
            <a:extLst>
              <a:ext uri="{FF2B5EF4-FFF2-40B4-BE49-F238E27FC236}">
                <a16:creationId xmlns:a16="http://schemas.microsoft.com/office/drawing/2014/main" id="{1F872CB6-5F3B-FE84-6289-55BEC039A2E8}"/>
              </a:ext>
            </a:extLst>
          </p:cNvPr>
          <p:cNvSpPr/>
          <p:nvPr/>
        </p:nvSpPr>
        <p:spPr>
          <a:xfrm rot="16200000">
            <a:off x="6521717" y="3131182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1" name="円/楕円 90">
            <a:extLst>
              <a:ext uri="{FF2B5EF4-FFF2-40B4-BE49-F238E27FC236}">
                <a16:creationId xmlns:a16="http://schemas.microsoft.com/office/drawing/2014/main" id="{777B20B3-6E88-238C-C27B-EC79C98BD8C9}"/>
              </a:ext>
            </a:extLst>
          </p:cNvPr>
          <p:cNvSpPr/>
          <p:nvPr/>
        </p:nvSpPr>
        <p:spPr>
          <a:xfrm rot="16200000">
            <a:off x="6234731" y="4209855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円/楕円 94">
            <a:extLst>
              <a:ext uri="{FF2B5EF4-FFF2-40B4-BE49-F238E27FC236}">
                <a16:creationId xmlns:a16="http://schemas.microsoft.com/office/drawing/2014/main" id="{BC31F4DC-C3BD-0BB5-0307-42281DD1EE79}"/>
              </a:ext>
            </a:extLst>
          </p:cNvPr>
          <p:cNvSpPr/>
          <p:nvPr/>
        </p:nvSpPr>
        <p:spPr>
          <a:xfrm rot="16200000">
            <a:off x="5832949" y="3416188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>
            <a:extLst>
              <a:ext uri="{FF2B5EF4-FFF2-40B4-BE49-F238E27FC236}">
                <a16:creationId xmlns:a16="http://schemas.microsoft.com/office/drawing/2014/main" id="{1B2D9FFD-808F-0CB5-B8A4-2C436B58431E}"/>
              </a:ext>
            </a:extLst>
          </p:cNvPr>
          <p:cNvSpPr/>
          <p:nvPr/>
        </p:nvSpPr>
        <p:spPr>
          <a:xfrm rot="16200000">
            <a:off x="7345608" y="3718899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9716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D002D-723C-4947-9F9D-8EAC53C78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466D66A3-D69B-1E75-64B3-225D9CE93629}"/>
              </a:ext>
            </a:extLst>
          </p:cNvPr>
          <p:cNvSpPr/>
          <p:nvPr/>
        </p:nvSpPr>
        <p:spPr>
          <a:xfrm>
            <a:off x="8473604" y="1582151"/>
            <a:ext cx="304622" cy="2399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62C9CE65-D717-9803-11BD-3920B26D74A6}"/>
              </a:ext>
            </a:extLst>
          </p:cNvPr>
          <p:cNvGrpSpPr/>
          <p:nvPr/>
        </p:nvGrpSpPr>
        <p:grpSpPr>
          <a:xfrm>
            <a:off x="8521957" y="1605506"/>
            <a:ext cx="195648" cy="2000390"/>
            <a:chOff x="7331138" y="1309815"/>
            <a:chExt cx="195648" cy="2000390"/>
          </a:xfrm>
        </p:grpSpPr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D75C3A4F-3AAA-A3FD-1C00-D8EDDEF22558}"/>
                </a:ext>
              </a:extLst>
            </p:cNvPr>
            <p:cNvGrpSpPr/>
            <p:nvPr/>
          </p:nvGrpSpPr>
          <p:grpSpPr>
            <a:xfrm>
              <a:off x="7341967" y="1309815"/>
              <a:ext cx="184819" cy="1097435"/>
              <a:chOff x="7341967" y="1309815"/>
              <a:chExt cx="184819" cy="1097435"/>
            </a:xfrm>
          </p:grpSpPr>
          <p:sp>
            <p:nvSpPr>
              <p:cNvPr id="56" name="円/楕円 55">
                <a:extLst>
                  <a:ext uri="{FF2B5EF4-FFF2-40B4-BE49-F238E27FC236}">
                    <a16:creationId xmlns:a16="http://schemas.microsoft.com/office/drawing/2014/main" id="{F9515C39-64E2-0200-457C-FB177949EEFE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円/楕円 56">
                <a:extLst>
                  <a:ext uri="{FF2B5EF4-FFF2-40B4-BE49-F238E27FC236}">
                    <a16:creationId xmlns:a16="http://schemas.microsoft.com/office/drawing/2014/main" id="{CD88B664-52A2-49E2-02C5-8CFFBDF4939F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円/楕円 57">
                <a:extLst>
                  <a:ext uri="{FF2B5EF4-FFF2-40B4-BE49-F238E27FC236}">
                    <a16:creationId xmlns:a16="http://schemas.microsoft.com/office/drawing/2014/main" id="{909DA7BE-4DB2-1922-1C05-85DA48EE164F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円/楕円 58">
                <a:extLst>
                  <a:ext uri="{FF2B5EF4-FFF2-40B4-BE49-F238E27FC236}">
                    <a16:creationId xmlns:a16="http://schemas.microsoft.com/office/drawing/2014/main" id="{6A42C0ED-83AF-2B5F-75D1-0444BCC6FB43}"/>
                  </a:ext>
                </a:extLst>
              </p:cNvPr>
              <p:cNvSpPr/>
              <p:nvPr/>
            </p:nvSpPr>
            <p:spPr>
              <a:xfrm>
                <a:off x="7341967" y="223245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5F31942F-DA83-1F4C-6D3B-22448163C563}"/>
                </a:ext>
              </a:extLst>
            </p:cNvPr>
            <p:cNvGrpSpPr/>
            <p:nvPr/>
          </p:nvGrpSpPr>
          <p:grpSpPr>
            <a:xfrm>
              <a:off x="7331138" y="2525808"/>
              <a:ext cx="176579" cy="784397"/>
              <a:chOff x="7350207" y="1309815"/>
              <a:chExt cx="176579" cy="784397"/>
            </a:xfrm>
          </p:grpSpPr>
          <p:sp>
            <p:nvSpPr>
              <p:cNvPr id="62" name="円/楕円 61">
                <a:extLst>
                  <a:ext uri="{FF2B5EF4-FFF2-40B4-BE49-F238E27FC236}">
                    <a16:creationId xmlns:a16="http://schemas.microsoft.com/office/drawing/2014/main" id="{0E2B5B3F-DC74-5A6F-CD4E-2E01A25E0AA5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円/楕円 62">
                <a:extLst>
                  <a:ext uri="{FF2B5EF4-FFF2-40B4-BE49-F238E27FC236}">
                    <a16:creationId xmlns:a16="http://schemas.microsoft.com/office/drawing/2014/main" id="{22DEEBEA-7937-875A-2F6E-F4B3C0B5C6F8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円/楕円 63">
                <a:extLst>
                  <a:ext uri="{FF2B5EF4-FFF2-40B4-BE49-F238E27FC236}">
                    <a16:creationId xmlns:a16="http://schemas.microsoft.com/office/drawing/2014/main" id="{4E55A7C0-4D9D-DD94-6819-323916150C63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CECC0E7-877B-26C3-CD51-6ECD6ABFBA27}"/>
              </a:ext>
            </a:extLst>
          </p:cNvPr>
          <p:cNvSpPr txBox="1"/>
          <p:nvPr/>
        </p:nvSpPr>
        <p:spPr>
          <a:xfrm>
            <a:off x="8834819" y="1627951"/>
            <a:ext cx="6976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GND</a:t>
            </a:r>
          </a:p>
          <a:p>
            <a:r>
              <a:rPr lang="en-US" altLang="ja-JP" dirty="0"/>
              <a:t>VCC</a:t>
            </a:r>
          </a:p>
          <a:p>
            <a:r>
              <a:rPr kumimoji="1" lang="en-US" altLang="ja-JP" dirty="0"/>
              <a:t>SCL</a:t>
            </a:r>
          </a:p>
          <a:p>
            <a:r>
              <a:rPr lang="en-US" altLang="ja-JP" dirty="0"/>
              <a:t>SDA</a:t>
            </a:r>
          </a:p>
          <a:p>
            <a:r>
              <a:rPr kumimoji="1" lang="en-US" altLang="ja-JP" dirty="0"/>
              <a:t>RES</a:t>
            </a:r>
          </a:p>
          <a:p>
            <a:r>
              <a:rPr kumimoji="1" lang="en-US" altLang="ja-JP" dirty="0"/>
              <a:t>DC</a:t>
            </a:r>
          </a:p>
          <a:p>
            <a:r>
              <a:rPr lang="en-US" altLang="ja-JP" dirty="0"/>
              <a:t>CS</a:t>
            </a:r>
          </a:p>
        </p:txBody>
      </p:sp>
      <p:cxnSp>
        <p:nvCxnSpPr>
          <p:cNvPr id="69" name="カギ線コネクタ 68">
            <a:extLst>
              <a:ext uri="{FF2B5EF4-FFF2-40B4-BE49-F238E27FC236}">
                <a16:creationId xmlns:a16="http://schemas.microsoft.com/office/drawing/2014/main" id="{0DF8705A-F551-DAC2-A0F3-3CDAA5B1B8C2}"/>
              </a:ext>
            </a:extLst>
          </p:cNvPr>
          <p:cNvCxnSpPr>
            <a:cxnSpLocks/>
            <a:stCxn id="28" idx="2"/>
            <a:endCxn id="75" idx="4"/>
          </p:cNvCxnSpPr>
          <p:nvPr/>
        </p:nvCxnSpPr>
        <p:spPr>
          <a:xfrm flipV="1">
            <a:off x="6191046" y="3006190"/>
            <a:ext cx="2741975" cy="1235621"/>
          </a:xfrm>
          <a:prstGeom prst="bentConnector2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カギ線コネクタ 72">
            <a:extLst>
              <a:ext uri="{FF2B5EF4-FFF2-40B4-BE49-F238E27FC236}">
                <a16:creationId xmlns:a16="http://schemas.microsoft.com/office/drawing/2014/main" id="{07F7C4B8-0616-AA26-1AC0-8015E9084F64}"/>
              </a:ext>
            </a:extLst>
          </p:cNvPr>
          <p:cNvCxnSpPr>
            <a:cxnSpLocks/>
            <a:stCxn id="75" idx="0"/>
            <a:endCxn id="57" idx="6"/>
          </p:cNvCxnSpPr>
          <p:nvPr/>
        </p:nvCxnSpPr>
        <p:spPr>
          <a:xfrm rot="16200000" flipV="1">
            <a:off x="8408467" y="2306841"/>
            <a:ext cx="825453" cy="223656"/>
          </a:xfrm>
          <a:prstGeom prst="bentConnector2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カギ線コネクタ 89">
            <a:extLst>
              <a:ext uri="{FF2B5EF4-FFF2-40B4-BE49-F238E27FC236}">
                <a16:creationId xmlns:a16="http://schemas.microsoft.com/office/drawing/2014/main" id="{CB176186-66CD-865C-5E8A-030D40FB7931}"/>
              </a:ext>
            </a:extLst>
          </p:cNvPr>
          <p:cNvCxnSpPr>
            <a:cxnSpLocks/>
            <a:stCxn id="80" idx="0"/>
            <a:endCxn id="64" idx="2"/>
          </p:cNvCxnSpPr>
          <p:nvPr/>
        </p:nvCxnSpPr>
        <p:spPr>
          <a:xfrm rot="16200000" flipH="1">
            <a:off x="7102254" y="2098795"/>
            <a:ext cx="1152677" cy="1686729"/>
          </a:xfrm>
          <a:prstGeom prst="bentConnector2">
            <a:avLst/>
          </a:prstGeom>
          <a:ln w="635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7" name="グループ化 126">
            <a:extLst>
              <a:ext uri="{FF2B5EF4-FFF2-40B4-BE49-F238E27FC236}">
                <a16:creationId xmlns:a16="http://schemas.microsoft.com/office/drawing/2014/main" id="{7E819F76-AA4B-2D0A-24B3-1145A5E0B257}"/>
              </a:ext>
            </a:extLst>
          </p:cNvPr>
          <p:cNvGrpSpPr/>
          <p:nvPr/>
        </p:nvGrpSpPr>
        <p:grpSpPr>
          <a:xfrm rot="16200000">
            <a:off x="1306958" y="467463"/>
            <a:ext cx="422151" cy="746987"/>
            <a:chOff x="4618386" y="586941"/>
            <a:chExt cx="422151" cy="746987"/>
          </a:xfrm>
        </p:grpSpPr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5B49F4DE-CB00-0E68-B0F2-7F66778946AD}"/>
                </a:ext>
              </a:extLst>
            </p:cNvPr>
            <p:cNvSpPr/>
            <p:nvPr/>
          </p:nvSpPr>
          <p:spPr>
            <a:xfrm>
              <a:off x="4618386" y="586941"/>
              <a:ext cx="422151" cy="746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9" name="グループ化 128">
              <a:extLst>
                <a:ext uri="{FF2B5EF4-FFF2-40B4-BE49-F238E27FC236}">
                  <a16:creationId xmlns:a16="http://schemas.microsoft.com/office/drawing/2014/main" id="{838BE9B3-488A-BD77-EF50-FF49C750A93B}"/>
                </a:ext>
              </a:extLst>
            </p:cNvPr>
            <p:cNvGrpSpPr/>
            <p:nvPr/>
          </p:nvGrpSpPr>
          <p:grpSpPr>
            <a:xfrm>
              <a:off x="4735154" y="680547"/>
              <a:ext cx="176579" cy="487833"/>
              <a:chOff x="8159036" y="1423788"/>
              <a:chExt cx="176579" cy="487833"/>
            </a:xfrm>
          </p:grpSpPr>
          <p:sp>
            <p:nvSpPr>
              <p:cNvPr id="130" name="円/楕円 129">
                <a:extLst>
                  <a:ext uri="{FF2B5EF4-FFF2-40B4-BE49-F238E27FC236}">
                    <a16:creationId xmlns:a16="http://schemas.microsoft.com/office/drawing/2014/main" id="{CD206E39-822A-132B-DAA2-4746EC38E54E}"/>
                  </a:ext>
                </a:extLst>
              </p:cNvPr>
              <p:cNvSpPr/>
              <p:nvPr/>
            </p:nvSpPr>
            <p:spPr>
              <a:xfrm>
                <a:off x="8167276" y="1423788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1" name="円/楕円 130">
                <a:extLst>
                  <a:ext uri="{FF2B5EF4-FFF2-40B4-BE49-F238E27FC236}">
                    <a16:creationId xmlns:a16="http://schemas.microsoft.com/office/drawing/2014/main" id="{C3FFCDDA-63A1-E964-8B03-5AE1493AF745}"/>
                  </a:ext>
                </a:extLst>
              </p:cNvPr>
              <p:cNvSpPr/>
              <p:nvPr/>
            </p:nvSpPr>
            <p:spPr>
              <a:xfrm>
                <a:off x="8159036" y="1736826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33" name="テキスト ボックス 132">
            <a:extLst>
              <a:ext uri="{FF2B5EF4-FFF2-40B4-BE49-F238E27FC236}">
                <a16:creationId xmlns:a16="http://schemas.microsoft.com/office/drawing/2014/main" id="{68413911-1518-30D8-FA3B-8F02269642A3}"/>
              </a:ext>
            </a:extLst>
          </p:cNvPr>
          <p:cNvSpPr txBox="1"/>
          <p:nvPr/>
        </p:nvSpPr>
        <p:spPr>
          <a:xfrm rot="5400000">
            <a:off x="1142335" y="1235937"/>
            <a:ext cx="6976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VIN</a:t>
            </a:r>
          </a:p>
          <a:p>
            <a:r>
              <a:rPr kumimoji="1" lang="en-US" altLang="ja-JP" dirty="0"/>
              <a:t>GND</a:t>
            </a:r>
            <a:endParaRPr kumimoji="1" lang="ja-JP" altLang="en-US"/>
          </a:p>
        </p:txBody>
      </p:sp>
      <p:sp>
        <p:nvSpPr>
          <p:cNvPr id="227" name="左中かっこ 226">
            <a:extLst>
              <a:ext uri="{FF2B5EF4-FFF2-40B4-BE49-F238E27FC236}">
                <a16:creationId xmlns:a16="http://schemas.microsoft.com/office/drawing/2014/main" id="{FEE4DEE0-CB6F-ED3A-40DB-E73FB9FB872C}"/>
              </a:ext>
            </a:extLst>
          </p:cNvPr>
          <p:cNvSpPr/>
          <p:nvPr/>
        </p:nvSpPr>
        <p:spPr>
          <a:xfrm rot="16200000">
            <a:off x="5248424" y="4793376"/>
            <a:ext cx="282897" cy="90562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8" name="テキスト ボックス 227">
            <a:extLst>
              <a:ext uri="{FF2B5EF4-FFF2-40B4-BE49-F238E27FC236}">
                <a16:creationId xmlns:a16="http://schemas.microsoft.com/office/drawing/2014/main" id="{6D22A30C-D420-C001-AC40-11211B2AC541}"/>
              </a:ext>
            </a:extLst>
          </p:cNvPr>
          <p:cNvSpPr txBox="1"/>
          <p:nvPr/>
        </p:nvSpPr>
        <p:spPr>
          <a:xfrm>
            <a:off x="5009800" y="5476830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6pins</a:t>
            </a:r>
            <a:endParaRPr kumimoji="1" lang="ja-JP" altLang="en-US"/>
          </a:p>
        </p:txBody>
      </p:sp>
      <p:sp>
        <p:nvSpPr>
          <p:cNvPr id="229" name="左中かっこ 228">
            <a:extLst>
              <a:ext uri="{FF2B5EF4-FFF2-40B4-BE49-F238E27FC236}">
                <a16:creationId xmlns:a16="http://schemas.microsoft.com/office/drawing/2014/main" id="{F8FF0A86-A336-B016-9899-CDEF605E2463}"/>
              </a:ext>
            </a:extLst>
          </p:cNvPr>
          <p:cNvSpPr/>
          <p:nvPr/>
        </p:nvSpPr>
        <p:spPr>
          <a:xfrm rot="10800000">
            <a:off x="9047289" y="4133136"/>
            <a:ext cx="224116" cy="6598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0" name="テキスト ボックス 229">
            <a:extLst>
              <a:ext uri="{FF2B5EF4-FFF2-40B4-BE49-F238E27FC236}">
                <a16:creationId xmlns:a16="http://schemas.microsoft.com/office/drawing/2014/main" id="{C39015BB-2BD4-EA77-5F33-EB3911FA29C4}"/>
              </a:ext>
            </a:extLst>
          </p:cNvPr>
          <p:cNvSpPr txBox="1"/>
          <p:nvPr/>
        </p:nvSpPr>
        <p:spPr>
          <a:xfrm>
            <a:off x="9310389" y="4284550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250" name="左中かっこ 249">
            <a:extLst>
              <a:ext uri="{FF2B5EF4-FFF2-40B4-BE49-F238E27FC236}">
                <a16:creationId xmlns:a16="http://schemas.microsoft.com/office/drawing/2014/main" id="{52C50D7B-3DFB-52E1-827A-C19F90C81A52}"/>
              </a:ext>
            </a:extLst>
          </p:cNvPr>
          <p:cNvSpPr/>
          <p:nvPr/>
        </p:nvSpPr>
        <p:spPr>
          <a:xfrm rot="10800000">
            <a:off x="8954067" y="689543"/>
            <a:ext cx="224116" cy="6598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1" name="テキスト ボックス 250">
            <a:extLst>
              <a:ext uri="{FF2B5EF4-FFF2-40B4-BE49-F238E27FC236}">
                <a16:creationId xmlns:a16="http://schemas.microsoft.com/office/drawing/2014/main" id="{91B2DE0F-69A9-F319-5DB8-8739030DC825}"/>
              </a:ext>
            </a:extLst>
          </p:cNvPr>
          <p:cNvSpPr txBox="1"/>
          <p:nvPr/>
        </p:nvSpPr>
        <p:spPr>
          <a:xfrm>
            <a:off x="9217167" y="840957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2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252" name="左中かっこ 251">
            <a:extLst>
              <a:ext uri="{FF2B5EF4-FFF2-40B4-BE49-F238E27FC236}">
                <a16:creationId xmlns:a16="http://schemas.microsoft.com/office/drawing/2014/main" id="{3D7C1B1E-38EC-283C-AF20-2360CCCC2C54}"/>
              </a:ext>
            </a:extLst>
          </p:cNvPr>
          <p:cNvSpPr/>
          <p:nvPr/>
        </p:nvSpPr>
        <p:spPr>
          <a:xfrm rot="16200000">
            <a:off x="7627345" y="5014708"/>
            <a:ext cx="246861" cy="376877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3" name="テキスト ボックス 252">
            <a:extLst>
              <a:ext uri="{FF2B5EF4-FFF2-40B4-BE49-F238E27FC236}">
                <a16:creationId xmlns:a16="http://schemas.microsoft.com/office/drawing/2014/main" id="{C91DEDCD-DFB5-894B-7C2D-9558CD3FDA07}"/>
              </a:ext>
            </a:extLst>
          </p:cNvPr>
          <p:cNvSpPr txBox="1"/>
          <p:nvPr/>
        </p:nvSpPr>
        <p:spPr>
          <a:xfrm>
            <a:off x="7434545" y="5329055"/>
            <a:ext cx="760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dirty="0"/>
              <a:t>3</a:t>
            </a:r>
            <a:r>
              <a:rPr kumimoji="1" lang="en-US" altLang="ja-JP" dirty="0"/>
              <a:t>pins</a:t>
            </a:r>
            <a:endParaRPr kumimoji="1" lang="ja-JP" altLang="en-US"/>
          </a:p>
        </p:txBody>
      </p:sp>
      <p:sp>
        <p:nvSpPr>
          <p:cNvPr id="75" name="円/楕円 74">
            <a:extLst>
              <a:ext uri="{FF2B5EF4-FFF2-40B4-BE49-F238E27FC236}">
                <a16:creationId xmlns:a16="http://schemas.microsoft.com/office/drawing/2014/main" id="{F2B06AE0-DFFC-5A78-2CFF-37B3C20DB063}"/>
              </a:ext>
            </a:extLst>
          </p:cNvPr>
          <p:cNvSpPr/>
          <p:nvPr/>
        </p:nvSpPr>
        <p:spPr>
          <a:xfrm>
            <a:off x="8848851" y="2831395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グラフィックス 8">
            <a:extLst>
              <a:ext uri="{FF2B5EF4-FFF2-40B4-BE49-F238E27FC236}">
                <a16:creationId xmlns:a16="http://schemas.microsoft.com/office/drawing/2014/main" id="{A46CC2BC-80F9-37B6-AE93-D2D72CC24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290" t="6158" r="61766"/>
          <a:stretch/>
        </p:blipFill>
        <p:spPr>
          <a:xfrm rot="16200000">
            <a:off x="5263560" y="11427"/>
            <a:ext cx="2117122" cy="3068080"/>
          </a:xfrm>
          <a:prstGeom prst="rect">
            <a:avLst/>
          </a:prstGeom>
        </p:spPr>
      </p:pic>
      <p:pic>
        <p:nvPicPr>
          <p:cNvPr id="7" name="図 6" descr="ダイアグラム, 概略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434673C-5146-8993-677A-9068CA3914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4742379" y="2860296"/>
            <a:ext cx="2117123" cy="2387558"/>
          </a:xfrm>
          <a:prstGeom prst="rect">
            <a:avLst/>
          </a:prstGeom>
        </p:spPr>
      </p:pic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9CFDE919-74AA-A4C9-5C8E-4057DBE4A134}"/>
              </a:ext>
            </a:extLst>
          </p:cNvPr>
          <p:cNvCxnSpPr>
            <a:cxnSpLocks/>
            <a:stCxn id="28" idx="2"/>
            <a:endCxn id="45" idx="0"/>
          </p:cNvCxnSpPr>
          <p:nvPr/>
        </p:nvCxnSpPr>
        <p:spPr>
          <a:xfrm rot="10800000" flipH="1">
            <a:off x="6191045" y="3371268"/>
            <a:ext cx="493763" cy="870542"/>
          </a:xfrm>
          <a:prstGeom prst="bentConnector2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カギ線コネクタ 25">
            <a:extLst>
              <a:ext uri="{FF2B5EF4-FFF2-40B4-BE49-F238E27FC236}">
                <a16:creationId xmlns:a16="http://schemas.microsoft.com/office/drawing/2014/main" id="{AAADBF75-A81B-FFA5-4148-958827029786}"/>
              </a:ext>
            </a:extLst>
          </p:cNvPr>
          <p:cNvCxnSpPr>
            <a:cxnSpLocks/>
            <a:endCxn id="36" idx="2"/>
          </p:cNvCxnSpPr>
          <p:nvPr/>
        </p:nvCxnSpPr>
        <p:spPr>
          <a:xfrm rot="10800000" flipV="1">
            <a:off x="5243000" y="3617666"/>
            <a:ext cx="858630" cy="634043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32">
            <a:extLst>
              <a:ext uri="{FF2B5EF4-FFF2-40B4-BE49-F238E27FC236}">
                <a16:creationId xmlns:a16="http://schemas.microsoft.com/office/drawing/2014/main" id="{2C3C05BF-F1E7-7789-73F4-4A07A6E1CCBD}"/>
              </a:ext>
            </a:extLst>
          </p:cNvPr>
          <p:cNvCxnSpPr>
            <a:cxnSpLocks/>
            <a:stCxn id="20" idx="4"/>
            <a:endCxn id="21" idx="0"/>
          </p:cNvCxnSpPr>
          <p:nvPr/>
        </p:nvCxnSpPr>
        <p:spPr>
          <a:xfrm rot="16200000" flipV="1">
            <a:off x="4670274" y="2713856"/>
            <a:ext cx="844502" cy="156360"/>
          </a:xfrm>
          <a:prstGeom prst="bentConnector3">
            <a:avLst>
              <a:gd name="adj1" fmla="val 50000"/>
            </a:avLst>
          </a:prstGeom>
          <a:ln w="6350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カギ線コネクタ 49">
            <a:extLst>
              <a:ext uri="{FF2B5EF4-FFF2-40B4-BE49-F238E27FC236}">
                <a16:creationId xmlns:a16="http://schemas.microsoft.com/office/drawing/2014/main" id="{02D9B019-3EFB-1F01-9857-E1B980CE00CB}"/>
              </a:ext>
            </a:extLst>
          </p:cNvPr>
          <p:cNvCxnSpPr>
            <a:cxnSpLocks/>
            <a:stCxn id="13" idx="6"/>
            <a:endCxn id="17" idx="6"/>
          </p:cNvCxnSpPr>
          <p:nvPr/>
        </p:nvCxnSpPr>
        <p:spPr>
          <a:xfrm flipH="1" flipV="1">
            <a:off x="4944034" y="772241"/>
            <a:ext cx="132607" cy="2848097"/>
          </a:xfrm>
          <a:prstGeom prst="bentConnector3">
            <a:avLst>
              <a:gd name="adj1" fmla="val 274823"/>
            </a:avLst>
          </a:prstGeom>
          <a:ln w="635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カギ線コネクタ 92">
            <a:extLst>
              <a:ext uri="{FF2B5EF4-FFF2-40B4-BE49-F238E27FC236}">
                <a16:creationId xmlns:a16="http://schemas.microsoft.com/office/drawing/2014/main" id="{C5733C6B-CDCB-11FD-A785-D42D86A92E0F}"/>
              </a:ext>
            </a:extLst>
          </p:cNvPr>
          <p:cNvCxnSpPr>
            <a:cxnSpLocks/>
            <a:stCxn id="301" idx="2"/>
            <a:endCxn id="302" idx="2"/>
          </p:cNvCxnSpPr>
          <p:nvPr/>
        </p:nvCxnSpPr>
        <p:spPr>
          <a:xfrm flipH="1">
            <a:off x="6190823" y="780156"/>
            <a:ext cx="1633080" cy="3162071"/>
          </a:xfrm>
          <a:prstGeom prst="bentConnector3">
            <a:avLst>
              <a:gd name="adj1" fmla="val -20741"/>
            </a:avLst>
          </a:prstGeom>
          <a:ln w="63500"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カギ線コネクタ 136">
            <a:extLst>
              <a:ext uri="{FF2B5EF4-FFF2-40B4-BE49-F238E27FC236}">
                <a16:creationId xmlns:a16="http://schemas.microsoft.com/office/drawing/2014/main" id="{45A4CA8C-DCBC-6C99-1340-E99E3E769038}"/>
              </a:ext>
            </a:extLst>
          </p:cNvPr>
          <p:cNvCxnSpPr>
            <a:cxnSpLocks/>
            <a:stCxn id="53" idx="0"/>
            <a:endCxn id="45" idx="4"/>
          </p:cNvCxnSpPr>
          <p:nvPr/>
        </p:nvCxnSpPr>
        <p:spPr>
          <a:xfrm rot="5400000" flipV="1">
            <a:off x="5887493" y="2399159"/>
            <a:ext cx="824710" cy="769919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カギ線コネクタ 170">
            <a:extLst>
              <a:ext uri="{FF2B5EF4-FFF2-40B4-BE49-F238E27FC236}">
                <a16:creationId xmlns:a16="http://schemas.microsoft.com/office/drawing/2014/main" id="{1D5A5B48-9712-95B3-A5C1-D334452B33B3}"/>
              </a:ext>
            </a:extLst>
          </p:cNvPr>
          <p:cNvCxnSpPr>
            <a:cxnSpLocks/>
            <a:stCxn id="95" idx="0"/>
            <a:endCxn id="63" idx="2"/>
          </p:cNvCxnSpPr>
          <p:nvPr/>
        </p:nvCxnSpPr>
        <p:spPr>
          <a:xfrm rot="16200000" flipH="1">
            <a:off x="7398977" y="2098954"/>
            <a:ext cx="854135" cy="1391827"/>
          </a:xfrm>
          <a:prstGeom prst="bentConnector2">
            <a:avLst/>
          </a:prstGeom>
          <a:ln w="6350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カギ線コネクタ 216">
            <a:extLst>
              <a:ext uri="{FF2B5EF4-FFF2-40B4-BE49-F238E27FC236}">
                <a16:creationId xmlns:a16="http://schemas.microsoft.com/office/drawing/2014/main" id="{F1F90643-A87D-3D2E-B766-69C1FA1B2B88}"/>
              </a:ext>
            </a:extLst>
          </p:cNvPr>
          <p:cNvCxnSpPr>
            <a:cxnSpLocks/>
            <a:stCxn id="71" idx="4"/>
          </p:cNvCxnSpPr>
          <p:nvPr/>
        </p:nvCxnSpPr>
        <p:spPr>
          <a:xfrm rot="16200000">
            <a:off x="5359374" y="2673089"/>
            <a:ext cx="1195675" cy="524024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円/楕円 291">
            <a:extLst>
              <a:ext uri="{FF2B5EF4-FFF2-40B4-BE49-F238E27FC236}">
                <a16:creationId xmlns:a16="http://schemas.microsoft.com/office/drawing/2014/main" id="{7F95FE96-20D9-15C0-82FF-B855406F80B2}"/>
              </a:ext>
            </a:extLst>
          </p:cNvPr>
          <p:cNvSpPr/>
          <p:nvPr/>
        </p:nvSpPr>
        <p:spPr>
          <a:xfrm rot="10800000">
            <a:off x="6745011" y="690242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1" name="円/楕円 300">
            <a:extLst>
              <a:ext uri="{FF2B5EF4-FFF2-40B4-BE49-F238E27FC236}">
                <a16:creationId xmlns:a16="http://schemas.microsoft.com/office/drawing/2014/main" id="{831C3DB3-5BA3-7255-1B9A-CAD12A6E1BE3}"/>
              </a:ext>
            </a:extLst>
          </p:cNvPr>
          <p:cNvSpPr/>
          <p:nvPr/>
        </p:nvSpPr>
        <p:spPr>
          <a:xfrm rot="10800000">
            <a:off x="7655564" y="692760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2" name="円/楕円 301">
            <a:extLst>
              <a:ext uri="{FF2B5EF4-FFF2-40B4-BE49-F238E27FC236}">
                <a16:creationId xmlns:a16="http://schemas.microsoft.com/office/drawing/2014/main" id="{D7C77C64-4247-F7B4-A4AE-D93D763E8AB9}"/>
              </a:ext>
            </a:extLst>
          </p:cNvPr>
          <p:cNvSpPr/>
          <p:nvPr/>
        </p:nvSpPr>
        <p:spPr>
          <a:xfrm rot="10800000">
            <a:off x="6022484" y="3854831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>
            <a:extLst>
              <a:ext uri="{FF2B5EF4-FFF2-40B4-BE49-F238E27FC236}">
                <a16:creationId xmlns:a16="http://schemas.microsoft.com/office/drawing/2014/main" id="{2ABA33E9-82CC-B45A-9F3F-3B2D7F5CC17D}"/>
              </a:ext>
            </a:extLst>
          </p:cNvPr>
          <p:cNvSpPr/>
          <p:nvPr/>
        </p:nvSpPr>
        <p:spPr>
          <a:xfrm rot="10800000">
            <a:off x="5076640" y="3532941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32A20D2F-6B75-CCB8-C4C0-785C6F66E792}"/>
              </a:ext>
            </a:extLst>
          </p:cNvPr>
          <p:cNvSpPr/>
          <p:nvPr/>
        </p:nvSpPr>
        <p:spPr>
          <a:xfrm rot="10800000">
            <a:off x="4944033" y="684844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>
            <a:extLst>
              <a:ext uri="{FF2B5EF4-FFF2-40B4-BE49-F238E27FC236}">
                <a16:creationId xmlns:a16="http://schemas.microsoft.com/office/drawing/2014/main" id="{C40D64C6-E992-5C72-10BF-C73F9EC904CB}"/>
              </a:ext>
            </a:extLst>
          </p:cNvPr>
          <p:cNvSpPr/>
          <p:nvPr/>
        </p:nvSpPr>
        <p:spPr>
          <a:xfrm rot="10800000">
            <a:off x="5086536" y="3214287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>
            <a:extLst>
              <a:ext uri="{FF2B5EF4-FFF2-40B4-BE49-F238E27FC236}">
                <a16:creationId xmlns:a16="http://schemas.microsoft.com/office/drawing/2014/main" id="{093293BB-D680-111D-2836-0AECD127D048}"/>
              </a:ext>
            </a:extLst>
          </p:cNvPr>
          <p:cNvSpPr/>
          <p:nvPr/>
        </p:nvSpPr>
        <p:spPr>
          <a:xfrm rot="10800000">
            <a:off x="4930176" y="2194990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>
            <a:extLst>
              <a:ext uri="{FF2B5EF4-FFF2-40B4-BE49-F238E27FC236}">
                <a16:creationId xmlns:a16="http://schemas.microsoft.com/office/drawing/2014/main" id="{A56E928A-C6E1-3220-6E76-216ADF3E376F}"/>
              </a:ext>
            </a:extLst>
          </p:cNvPr>
          <p:cNvSpPr/>
          <p:nvPr/>
        </p:nvSpPr>
        <p:spPr>
          <a:xfrm rot="10800000">
            <a:off x="6022707" y="4154414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円/楕円 29">
            <a:extLst>
              <a:ext uri="{FF2B5EF4-FFF2-40B4-BE49-F238E27FC236}">
                <a16:creationId xmlns:a16="http://schemas.microsoft.com/office/drawing/2014/main" id="{BF9651F4-6549-3F66-C9D5-D73F5A9D23D6}"/>
              </a:ext>
            </a:extLst>
          </p:cNvPr>
          <p:cNvSpPr/>
          <p:nvPr/>
        </p:nvSpPr>
        <p:spPr>
          <a:xfrm rot="10800000">
            <a:off x="6020729" y="3206368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円/楕円 35">
            <a:extLst>
              <a:ext uri="{FF2B5EF4-FFF2-40B4-BE49-F238E27FC236}">
                <a16:creationId xmlns:a16="http://schemas.microsoft.com/office/drawing/2014/main" id="{5EEC08B1-5AC9-086A-EB0F-CA00EF0A1B25}"/>
              </a:ext>
            </a:extLst>
          </p:cNvPr>
          <p:cNvSpPr/>
          <p:nvPr/>
        </p:nvSpPr>
        <p:spPr>
          <a:xfrm rot="10800000">
            <a:off x="5074662" y="4164313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>
            <a:extLst>
              <a:ext uri="{FF2B5EF4-FFF2-40B4-BE49-F238E27FC236}">
                <a16:creationId xmlns:a16="http://schemas.microsoft.com/office/drawing/2014/main" id="{6E415592-2D62-14C6-A5BD-6424404E8892}"/>
              </a:ext>
            </a:extLst>
          </p:cNvPr>
          <p:cNvSpPr/>
          <p:nvPr/>
        </p:nvSpPr>
        <p:spPr>
          <a:xfrm rot="10800000">
            <a:off x="6034583" y="3536900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>
            <a:extLst>
              <a:ext uri="{FF2B5EF4-FFF2-40B4-BE49-F238E27FC236}">
                <a16:creationId xmlns:a16="http://schemas.microsoft.com/office/drawing/2014/main" id="{8B0407CB-AD40-2738-8B2F-58B9D7721141}"/>
              </a:ext>
            </a:extLst>
          </p:cNvPr>
          <p:cNvSpPr/>
          <p:nvPr/>
        </p:nvSpPr>
        <p:spPr>
          <a:xfrm rot="10800000">
            <a:off x="6600640" y="3196474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7" name="カギ線コネクタ 46">
            <a:extLst>
              <a:ext uri="{FF2B5EF4-FFF2-40B4-BE49-F238E27FC236}">
                <a16:creationId xmlns:a16="http://schemas.microsoft.com/office/drawing/2014/main" id="{7E174B1E-9D5E-3348-3213-BDA36D5F8F57}"/>
              </a:ext>
            </a:extLst>
          </p:cNvPr>
          <p:cNvCxnSpPr>
            <a:cxnSpLocks/>
            <a:stCxn id="45" idx="6"/>
            <a:endCxn id="30" idx="2"/>
          </p:cNvCxnSpPr>
          <p:nvPr/>
        </p:nvCxnSpPr>
        <p:spPr>
          <a:xfrm rot="10800000" flipV="1">
            <a:off x="6189068" y="3283871"/>
            <a:ext cx="411572" cy="9894"/>
          </a:xfrm>
          <a:prstGeom prst="bentConnector3">
            <a:avLst>
              <a:gd name="adj1" fmla="val 50000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円/楕円 52">
            <a:extLst>
              <a:ext uri="{FF2B5EF4-FFF2-40B4-BE49-F238E27FC236}">
                <a16:creationId xmlns:a16="http://schemas.microsoft.com/office/drawing/2014/main" id="{E642C119-CB17-D886-CA06-E5E21CD13633}"/>
              </a:ext>
            </a:extLst>
          </p:cNvPr>
          <p:cNvSpPr/>
          <p:nvPr/>
        </p:nvSpPr>
        <p:spPr>
          <a:xfrm rot="10800000">
            <a:off x="5830721" y="2196969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円/楕円 69">
            <a:extLst>
              <a:ext uri="{FF2B5EF4-FFF2-40B4-BE49-F238E27FC236}">
                <a16:creationId xmlns:a16="http://schemas.microsoft.com/office/drawing/2014/main" id="{D8E4C09F-BD36-C925-ED77-E5143C32C2FC}"/>
              </a:ext>
            </a:extLst>
          </p:cNvPr>
          <p:cNvSpPr/>
          <p:nvPr/>
        </p:nvSpPr>
        <p:spPr>
          <a:xfrm rot="10800000">
            <a:off x="6147400" y="2189049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円/楕円 70">
            <a:extLst>
              <a:ext uri="{FF2B5EF4-FFF2-40B4-BE49-F238E27FC236}">
                <a16:creationId xmlns:a16="http://schemas.microsoft.com/office/drawing/2014/main" id="{206DF9BE-8D75-C72F-D8EC-F81F24628FC6}"/>
              </a:ext>
            </a:extLst>
          </p:cNvPr>
          <p:cNvSpPr/>
          <p:nvPr/>
        </p:nvSpPr>
        <p:spPr>
          <a:xfrm rot="10800000">
            <a:off x="5611031" y="3532939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円/楕円 79">
            <a:extLst>
              <a:ext uri="{FF2B5EF4-FFF2-40B4-BE49-F238E27FC236}">
                <a16:creationId xmlns:a16="http://schemas.microsoft.com/office/drawing/2014/main" id="{4B44FDBA-F8FF-2718-4615-23AA846FC81A}"/>
              </a:ext>
            </a:extLst>
          </p:cNvPr>
          <p:cNvSpPr/>
          <p:nvPr/>
        </p:nvSpPr>
        <p:spPr>
          <a:xfrm rot="10800000">
            <a:off x="6751059" y="2191027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5" name="円/楕円 94">
            <a:extLst>
              <a:ext uri="{FF2B5EF4-FFF2-40B4-BE49-F238E27FC236}">
                <a16:creationId xmlns:a16="http://schemas.microsoft.com/office/drawing/2014/main" id="{CFD13902-D917-379A-4095-03C61158E647}"/>
              </a:ext>
            </a:extLst>
          </p:cNvPr>
          <p:cNvSpPr/>
          <p:nvPr/>
        </p:nvSpPr>
        <p:spPr>
          <a:xfrm rot="10800000">
            <a:off x="7045962" y="2193006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>
            <a:extLst>
              <a:ext uri="{FF2B5EF4-FFF2-40B4-BE49-F238E27FC236}">
                <a16:creationId xmlns:a16="http://schemas.microsoft.com/office/drawing/2014/main" id="{3936C7F5-7930-8631-8660-A15887447344}"/>
              </a:ext>
            </a:extLst>
          </p:cNvPr>
          <p:cNvSpPr/>
          <p:nvPr/>
        </p:nvSpPr>
        <p:spPr>
          <a:xfrm rot="10800000">
            <a:off x="7348673" y="680347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9" name="カギ線コネクタ 108">
            <a:extLst>
              <a:ext uri="{FF2B5EF4-FFF2-40B4-BE49-F238E27FC236}">
                <a16:creationId xmlns:a16="http://schemas.microsoft.com/office/drawing/2014/main" id="{AAF8E04F-8AE2-5D33-D41F-D361959899F2}"/>
              </a:ext>
            </a:extLst>
          </p:cNvPr>
          <p:cNvCxnSpPr>
            <a:cxnSpLocks/>
            <a:stCxn id="292" idx="0"/>
            <a:endCxn id="34" idx="6"/>
          </p:cNvCxnSpPr>
          <p:nvPr/>
        </p:nvCxnSpPr>
        <p:spPr>
          <a:xfrm rot="16200000" flipH="1">
            <a:off x="6886989" y="807227"/>
            <a:ext cx="683058" cy="798677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カギ線コネクタ 101">
            <a:extLst>
              <a:ext uri="{FF2B5EF4-FFF2-40B4-BE49-F238E27FC236}">
                <a16:creationId xmlns:a16="http://schemas.microsoft.com/office/drawing/2014/main" id="{D124ECD4-B3C3-0332-71ED-29F7DE214025}"/>
              </a:ext>
            </a:extLst>
          </p:cNvPr>
          <p:cNvCxnSpPr>
            <a:cxnSpLocks/>
            <a:stCxn id="101" idx="0"/>
            <a:endCxn id="32" idx="4"/>
          </p:cNvCxnSpPr>
          <p:nvPr/>
        </p:nvCxnSpPr>
        <p:spPr>
          <a:xfrm rot="16200000" flipH="1">
            <a:off x="7673417" y="614567"/>
            <a:ext cx="346277" cy="827426"/>
          </a:xfrm>
          <a:prstGeom prst="bentConnector3">
            <a:avLst>
              <a:gd name="adj1" fmla="val 50000"/>
            </a:avLst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カギ線コネクタ 83">
            <a:extLst>
              <a:ext uri="{FF2B5EF4-FFF2-40B4-BE49-F238E27FC236}">
                <a16:creationId xmlns:a16="http://schemas.microsoft.com/office/drawing/2014/main" id="{78759E03-C7D8-357C-96E1-64765DFCC940}"/>
              </a:ext>
            </a:extLst>
          </p:cNvPr>
          <p:cNvCxnSpPr>
            <a:cxnSpLocks/>
            <a:stCxn id="56" idx="6"/>
            <a:endCxn id="36" idx="0"/>
          </p:cNvCxnSpPr>
          <p:nvPr/>
        </p:nvCxnSpPr>
        <p:spPr>
          <a:xfrm flipH="1">
            <a:off x="5158831" y="1692904"/>
            <a:ext cx="3558774" cy="2646204"/>
          </a:xfrm>
          <a:prstGeom prst="bentConnector4">
            <a:avLst>
              <a:gd name="adj1" fmla="val -11096"/>
              <a:gd name="adj2" fmla="val 108639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円/楕円 31">
            <a:extLst>
              <a:ext uri="{FF2B5EF4-FFF2-40B4-BE49-F238E27FC236}">
                <a16:creationId xmlns:a16="http://schemas.microsoft.com/office/drawing/2014/main" id="{76A0018B-44AF-7964-67D7-CE66EFAC49FA}"/>
              </a:ext>
            </a:extLst>
          </p:cNvPr>
          <p:cNvSpPr/>
          <p:nvPr/>
        </p:nvSpPr>
        <p:spPr>
          <a:xfrm rot="10800000">
            <a:off x="8176099" y="1201419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>
            <a:extLst>
              <a:ext uri="{FF2B5EF4-FFF2-40B4-BE49-F238E27FC236}">
                <a16:creationId xmlns:a16="http://schemas.microsoft.com/office/drawing/2014/main" id="{779759A8-318D-FC1B-B9D0-E39454906AA5}"/>
              </a:ext>
            </a:extLst>
          </p:cNvPr>
          <p:cNvSpPr/>
          <p:nvPr/>
        </p:nvSpPr>
        <p:spPr>
          <a:xfrm rot="10800000">
            <a:off x="7627857" y="1460698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5" name="カギ線コネクタ 34">
            <a:extLst>
              <a:ext uri="{FF2B5EF4-FFF2-40B4-BE49-F238E27FC236}">
                <a16:creationId xmlns:a16="http://schemas.microsoft.com/office/drawing/2014/main" id="{00BEF4C0-089A-38E3-EE5E-7B6333A55F07}"/>
              </a:ext>
            </a:extLst>
          </p:cNvPr>
          <p:cNvCxnSpPr>
            <a:cxnSpLocks/>
            <a:stCxn id="32" idx="0"/>
            <a:endCxn id="58" idx="2"/>
          </p:cNvCxnSpPr>
          <p:nvPr/>
        </p:nvCxnSpPr>
        <p:spPr>
          <a:xfrm rot="16200000" flipH="1">
            <a:off x="7937501" y="1698981"/>
            <a:ext cx="926292" cy="280758"/>
          </a:xfrm>
          <a:prstGeom prst="bentConnector2">
            <a:avLst/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カギ線コネクタ 40">
            <a:extLst>
              <a:ext uri="{FF2B5EF4-FFF2-40B4-BE49-F238E27FC236}">
                <a16:creationId xmlns:a16="http://schemas.microsoft.com/office/drawing/2014/main" id="{6C394D10-9281-72A9-9D2B-E7EDF3F404D3}"/>
              </a:ext>
            </a:extLst>
          </p:cNvPr>
          <p:cNvCxnSpPr>
            <a:cxnSpLocks/>
            <a:stCxn id="34" idx="2"/>
            <a:endCxn id="59" idx="2"/>
          </p:cNvCxnSpPr>
          <p:nvPr/>
        </p:nvCxnSpPr>
        <p:spPr>
          <a:xfrm>
            <a:off x="7796196" y="1548095"/>
            <a:ext cx="736590" cy="1067449"/>
          </a:xfrm>
          <a:prstGeom prst="bentConnector3">
            <a:avLst>
              <a:gd name="adj1" fmla="val 19368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円/楕円 51">
            <a:extLst>
              <a:ext uri="{FF2B5EF4-FFF2-40B4-BE49-F238E27FC236}">
                <a16:creationId xmlns:a16="http://schemas.microsoft.com/office/drawing/2014/main" id="{7944D71A-7DBB-2B75-ADD4-4EE0AFC63AF3}"/>
              </a:ext>
            </a:extLst>
          </p:cNvPr>
          <p:cNvSpPr/>
          <p:nvPr/>
        </p:nvSpPr>
        <p:spPr>
          <a:xfrm rot="10800000">
            <a:off x="5084559" y="3841701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5" name="カギ線コネクタ 64">
            <a:extLst>
              <a:ext uri="{FF2B5EF4-FFF2-40B4-BE49-F238E27FC236}">
                <a16:creationId xmlns:a16="http://schemas.microsoft.com/office/drawing/2014/main" id="{25EE2C4E-8849-4702-04BA-788AFB7D43B5}"/>
              </a:ext>
            </a:extLst>
          </p:cNvPr>
          <p:cNvCxnSpPr>
            <a:cxnSpLocks/>
            <a:stCxn id="52" idx="0"/>
            <a:endCxn id="36" idx="4"/>
          </p:cNvCxnSpPr>
          <p:nvPr/>
        </p:nvCxnSpPr>
        <p:spPr>
          <a:xfrm rot="5400000">
            <a:off x="5089872" y="4085456"/>
            <a:ext cx="147817" cy="9897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円/楕円 73">
            <a:extLst>
              <a:ext uri="{FF2B5EF4-FFF2-40B4-BE49-F238E27FC236}">
                <a16:creationId xmlns:a16="http://schemas.microsoft.com/office/drawing/2014/main" id="{D61CC909-D636-3B38-EBC3-2F9E8D89DB1A}"/>
              </a:ext>
            </a:extLst>
          </p:cNvPr>
          <p:cNvSpPr/>
          <p:nvPr/>
        </p:nvSpPr>
        <p:spPr>
          <a:xfrm rot="10800000">
            <a:off x="7340865" y="2167276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8" name="カギ線コネクタ 77">
            <a:extLst>
              <a:ext uri="{FF2B5EF4-FFF2-40B4-BE49-F238E27FC236}">
                <a16:creationId xmlns:a16="http://schemas.microsoft.com/office/drawing/2014/main" id="{67351AAB-E6DB-1258-E04E-58E2887DD7D5}"/>
              </a:ext>
            </a:extLst>
          </p:cNvPr>
          <p:cNvCxnSpPr>
            <a:cxnSpLocks/>
            <a:stCxn id="74" idx="0"/>
            <a:endCxn id="62" idx="2"/>
          </p:cNvCxnSpPr>
          <p:nvPr/>
        </p:nvCxnSpPr>
        <p:spPr>
          <a:xfrm rot="16200000" flipH="1">
            <a:off x="7694202" y="2072902"/>
            <a:ext cx="566826" cy="1105163"/>
          </a:xfrm>
          <a:prstGeom prst="bentConnector2">
            <a:avLst/>
          </a:prstGeom>
          <a:ln w="635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0295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5E9A9-23A6-FBB0-4664-965122331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13A7ED4E-DA93-68DA-E562-432A708A2DC5}"/>
              </a:ext>
            </a:extLst>
          </p:cNvPr>
          <p:cNvGrpSpPr/>
          <p:nvPr/>
        </p:nvGrpSpPr>
        <p:grpSpPr>
          <a:xfrm rot="16200000">
            <a:off x="5240185" y="1047314"/>
            <a:ext cx="3068080" cy="2117122"/>
            <a:chOff x="4788081" y="486906"/>
            <a:chExt cx="3068080" cy="2117122"/>
          </a:xfrm>
        </p:grpSpPr>
        <p:pic>
          <p:nvPicPr>
            <p:cNvPr id="9" name="グラフィックス 8">
              <a:extLst>
                <a:ext uri="{FF2B5EF4-FFF2-40B4-BE49-F238E27FC236}">
                  <a16:creationId xmlns:a16="http://schemas.microsoft.com/office/drawing/2014/main" id="{A4A55B3A-DFC8-A93A-A0FC-9B3E9A442F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23290" t="6158" r="61766"/>
            <a:stretch/>
          </p:blipFill>
          <p:spPr>
            <a:xfrm rot="16200000">
              <a:off x="5263560" y="11427"/>
              <a:ext cx="2117122" cy="3068080"/>
            </a:xfrm>
            <a:prstGeom prst="rect">
              <a:avLst/>
            </a:prstGeom>
          </p:spPr>
        </p:pic>
        <p:sp>
          <p:nvSpPr>
            <p:cNvPr id="292" name="円/楕円 291">
              <a:extLst>
                <a:ext uri="{FF2B5EF4-FFF2-40B4-BE49-F238E27FC236}">
                  <a16:creationId xmlns:a16="http://schemas.microsoft.com/office/drawing/2014/main" id="{4DBFD3E1-DA9E-ED55-A4DA-3A1C383C4FDB}"/>
                </a:ext>
              </a:extLst>
            </p:cNvPr>
            <p:cNvSpPr/>
            <p:nvPr/>
          </p:nvSpPr>
          <p:spPr>
            <a:xfrm rot="10800000">
              <a:off x="6745011" y="690242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1" name="円/楕円 300">
              <a:extLst>
                <a:ext uri="{FF2B5EF4-FFF2-40B4-BE49-F238E27FC236}">
                  <a16:creationId xmlns:a16="http://schemas.microsoft.com/office/drawing/2014/main" id="{E43C8210-F274-546C-DF76-6CBF7B812C97}"/>
                </a:ext>
              </a:extLst>
            </p:cNvPr>
            <p:cNvSpPr/>
            <p:nvPr/>
          </p:nvSpPr>
          <p:spPr>
            <a:xfrm rot="10800000">
              <a:off x="7655564" y="692760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>
              <a:extLst>
                <a:ext uri="{FF2B5EF4-FFF2-40B4-BE49-F238E27FC236}">
                  <a16:creationId xmlns:a16="http://schemas.microsoft.com/office/drawing/2014/main" id="{B7D46076-28FE-2E32-2B17-E4F40C773AB3}"/>
                </a:ext>
              </a:extLst>
            </p:cNvPr>
            <p:cNvSpPr/>
            <p:nvPr/>
          </p:nvSpPr>
          <p:spPr>
            <a:xfrm rot="10800000">
              <a:off x="4944033" y="684844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>
              <a:extLst>
                <a:ext uri="{FF2B5EF4-FFF2-40B4-BE49-F238E27FC236}">
                  <a16:creationId xmlns:a16="http://schemas.microsoft.com/office/drawing/2014/main" id="{74E1ADB9-AF62-75C7-1AF9-BBB7C55E2A8C}"/>
                </a:ext>
              </a:extLst>
            </p:cNvPr>
            <p:cNvSpPr/>
            <p:nvPr/>
          </p:nvSpPr>
          <p:spPr>
            <a:xfrm rot="10800000">
              <a:off x="4930176" y="2194990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3" name="円/楕円 52">
              <a:extLst>
                <a:ext uri="{FF2B5EF4-FFF2-40B4-BE49-F238E27FC236}">
                  <a16:creationId xmlns:a16="http://schemas.microsoft.com/office/drawing/2014/main" id="{DF2EEB4C-9493-CEA9-7BE5-571CDF8E0055}"/>
                </a:ext>
              </a:extLst>
            </p:cNvPr>
            <p:cNvSpPr/>
            <p:nvPr/>
          </p:nvSpPr>
          <p:spPr>
            <a:xfrm rot="10800000">
              <a:off x="5830721" y="2196969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>
              <a:extLst>
                <a:ext uri="{FF2B5EF4-FFF2-40B4-BE49-F238E27FC236}">
                  <a16:creationId xmlns:a16="http://schemas.microsoft.com/office/drawing/2014/main" id="{57DF0929-F8E0-7315-DAD9-B08042DBEEE5}"/>
                </a:ext>
              </a:extLst>
            </p:cNvPr>
            <p:cNvSpPr/>
            <p:nvPr/>
          </p:nvSpPr>
          <p:spPr>
            <a:xfrm rot="10800000">
              <a:off x="6147400" y="2189049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>
              <a:extLst>
                <a:ext uri="{FF2B5EF4-FFF2-40B4-BE49-F238E27FC236}">
                  <a16:creationId xmlns:a16="http://schemas.microsoft.com/office/drawing/2014/main" id="{2A7AEA1A-C106-EC73-4BCA-AFA03023562F}"/>
                </a:ext>
              </a:extLst>
            </p:cNvPr>
            <p:cNvSpPr/>
            <p:nvPr/>
          </p:nvSpPr>
          <p:spPr>
            <a:xfrm rot="10800000">
              <a:off x="6751059" y="2191027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>
              <a:extLst>
                <a:ext uri="{FF2B5EF4-FFF2-40B4-BE49-F238E27FC236}">
                  <a16:creationId xmlns:a16="http://schemas.microsoft.com/office/drawing/2014/main" id="{58BA2874-D6DE-AAFB-6FE4-CDE982F75C71}"/>
                </a:ext>
              </a:extLst>
            </p:cNvPr>
            <p:cNvSpPr/>
            <p:nvPr/>
          </p:nvSpPr>
          <p:spPr>
            <a:xfrm rot="10800000">
              <a:off x="7045962" y="2193006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円/楕円 100">
              <a:extLst>
                <a:ext uri="{FF2B5EF4-FFF2-40B4-BE49-F238E27FC236}">
                  <a16:creationId xmlns:a16="http://schemas.microsoft.com/office/drawing/2014/main" id="{566BDA0B-D74D-0079-7B19-7E18395C3992}"/>
                </a:ext>
              </a:extLst>
            </p:cNvPr>
            <p:cNvSpPr/>
            <p:nvPr/>
          </p:nvSpPr>
          <p:spPr>
            <a:xfrm rot="10800000">
              <a:off x="7348673" y="680347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4" name="円/楕円 73">
              <a:extLst>
                <a:ext uri="{FF2B5EF4-FFF2-40B4-BE49-F238E27FC236}">
                  <a16:creationId xmlns:a16="http://schemas.microsoft.com/office/drawing/2014/main" id="{9C87612A-5A00-C2CA-199A-DBFC287D9425}"/>
                </a:ext>
              </a:extLst>
            </p:cNvPr>
            <p:cNvSpPr/>
            <p:nvPr/>
          </p:nvSpPr>
          <p:spPr>
            <a:xfrm rot="10800000">
              <a:off x="7340865" y="2167276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09" name="カギ線コネクタ 108">
            <a:extLst>
              <a:ext uri="{FF2B5EF4-FFF2-40B4-BE49-F238E27FC236}">
                <a16:creationId xmlns:a16="http://schemas.microsoft.com/office/drawing/2014/main" id="{6F20B225-D03F-966E-7ABC-52E8A997045F}"/>
              </a:ext>
            </a:extLst>
          </p:cNvPr>
          <p:cNvCxnSpPr>
            <a:cxnSpLocks/>
            <a:stCxn id="292" idx="0"/>
            <a:endCxn id="22" idx="4"/>
          </p:cNvCxnSpPr>
          <p:nvPr/>
        </p:nvCxnSpPr>
        <p:spPr>
          <a:xfrm flipV="1">
            <a:off x="6093795" y="588813"/>
            <a:ext cx="600006" cy="1010003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3811D32-3DAC-1202-7D2A-0862888F0B4B}"/>
              </a:ext>
            </a:extLst>
          </p:cNvPr>
          <p:cNvGrpSpPr/>
          <p:nvPr/>
        </p:nvGrpSpPr>
        <p:grpSpPr>
          <a:xfrm rot="10800000">
            <a:off x="3320481" y="1642655"/>
            <a:ext cx="2117123" cy="2527341"/>
            <a:chOff x="4742379" y="2860296"/>
            <a:chExt cx="2117123" cy="2527341"/>
          </a:xfrm>
        </p:grpSpPr>
        <p:sp>
          <p:nvSpPr>
            <p:cNvPr id="227" name="左中かっこ 226">
              <a:extLst>
                <a:ext uri="{FF2B5EF4-FFF2-40B4-BE49-F238E27FC236}">
                  <a16:creationId xmlns:a16="http://schemas.microsoft.com/office/drawing/2014/main" id="{9F359065-A89F-88BD-4EB9-BBD923C96C37}"/>
                </a:ext>
              </a:extLst>
            </p:cNvPr>
            <p:cNvSpPr/>
            <p:nvPr/>
          </p:nvSpPr>
          <p:spPr>
            <a:xfrm rot="16200000">
              <a:off x="5248424" y="4793376"/>
              <a:ext cx="282897" cy="905626"/>
            </a:xfrm>
            <a:prstGeom prst="lef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7" name="図 6" descr="ダイアグラム, 概略図&#10;&#10;AI によって生成されたコンテンツは間違っている可能性があります。">
              <a:extLst>
                <a:ext uri="{FF2B5EF4-FFF2-40B4-BE49-F238E27FC236}">
                  <a16:creationId xmlns:a16="http://schemas.microsoft.com/office/drawing/2014/main" id="{FA6AFCEA-88F1-9C9D-6D37-F90EA4B34A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4742379" y="2860296"/>
              <a:ext cx="2117123" cy="2387558"/>
            </a:xfrm>
            <a:prstGeom prst="rect">
              <a:avLst/>
            </a:prstGeom>
          </p:spPr>
        </p:pic>
        <p:cxnSp>
          <p:nvCxnSpPr>
            <p:cNvPr id="26" name="カギ線コネクタ 25">
              <a:extLst>
                <a:ext uri="{FF2B5EF4-FFF2-40B4-BE49-F238E27FC236}">
                  <a16:creationId xmlns:a16="http://schemas.microsoft.com/office/drawing/2014/main" id="{52F70EC6-638A-C2A1-6A83-F579868433C6}"/>
                </a:ext>
              </a:extLst>
            </p:cNvPr>
            <p:cNvCxnSpPr>
              <a:cxnSpLocks/>
              <a:endCxn id="36" idx="2"/>
            </p:cNvCxnSpPr>
            <p:nvPr/>
          </p:nvCxnSpPr>
          <p:spPr>
            <a:xfrm rot="10800000" flipV="1">
              <a:off x="5243000" y="3617666"/>
              <a:ext cx="858630" cy="634043"/>
            </a:xfrm>
            <a:prstGeom prst="bentConnector3">
              <a:avLst>
                <a:gd name="adj1" fmla="val 50000"/>
              </a:avLst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2" name="円/楕円 301">
              <a:extLst>
                <a:ext uri="{FF2B5EF4-FFF2-40B4-BE49-F238E27FC236}">
                  <a16:creationId xmlns:a16="http://schemas.microsoft.com/office/drawing/2014/main" id="{112F4234-71D8-478E-E315-609033F0A880}"/>
                </a:ext>
              </a:extLst>
            </p:cNvPr>
            <p:cNvSpPr/>
            <p:nvPr/>
          </p:nvSpPr>
          <p:spPr>
            <a:xfrm rot="10800000">
              <a:off x="6022484" y="3854831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円/楕円 12">
              <a:extLst>
                <a:ext uri="{FF2B5EF4-FFF2-40B4-BE49-F238E27FC236}">
                  <a16:creationId xmlns:a16="http://schemas.microsoft.com/office/drawing/2014/main" id="{4C70BD3A-CA85-7EA8-543D-88C12DDD0143}"/>
                </a:ext>
              </a:extLst>
            </p:cNvPr>
            <p:cNvSpPr/>
            <p:nvPr/>
          </p:nvSpPr>
          <p:spPr>
            <a:xfrm rot="10800000">
              <a:off x="5076640" y="3532941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>
              <a:extLst>
                <a:ext uri="{FF2B5EF4-FFF2-40B4-BE49-F238E27FC236}">
                  <a16:creationId xmlns:a16="http://schemas.microsoft.com/office/drawing/2014/main" id="{BAC35295-F138-CAE5-15E3-39AA1680C898}"/>
                </a:ext>
              </a:extLst>
            </p:cNvPr>
            <p:cNvSpPr/>
            <p:nvPr/>
          </p:nvSpPr>
          <p:spPr>
            <a:xfrm rot="10800000">
              <a:off x="5086536" y="3214287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円/楕円 27">
              <a:extLst>
                <a:ext uri="{FF2B5EF4-FFF2-40B4-BE49-F238E27FC236}">
                  <a16:creationId xmlns:a16="http://schemas.microsoft.com/office/drawing/2014/main" id="{B50DA537-EE25-FCA0-B8D9-7F4CEA143662}"/>
                </a:ext>
              </a:extLst>
            </p:cNvPr>
            <p:cNvSpPr/>
            <p:nvPr/>
          </p:nvSpPr>
          <p:spPr>
            <a:xfrm rot="10800000">
              <a:off x="6022707" y="4154414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円/楕円 29">
              <a:extLst>
                <a:ext uri="{FF2B5EF4-FFF2-40B4-BE49-F238E27FC236}">
                  <a16:creationId xmlns:a16="http://schemas.microsoft.com/office/drawing/2014/main" id="{11357DC4-D384-FE22-AF96-31559E62160F}"/>
                </a:ext>
              </a:extLst>
            </p:cNvPr>
            <p:cNvSpPr/>
            <p:nvPr/>
          </p:nvSpPr>
          <p:spPr>
            <a:xfrm rot="10800000">
              <a:off x="6020729" y="3206368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" name="円/楕円 35">
              <a:extLst>
                <a:ext uri="{FF2B5EF4-FFF2-40B4-BE49-F238E27FC236}">
                  <a16:creationId xmlns:a16="http://schemas.microsoft.com/office/drawing/2014/main" id="{5E0E293C-115D-AC3D-841A-E7F517AE377F}"/>
                </a:ext>
              </a:extLst>
            </p:cNvPr>
            <p:cNvSpPr/>
            <p:nvPr/>
          </p:nvSpPr>
          <p:spPr>
            <a:xfrm rot="10800000">
              <a:off x="5074662" y="4164313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>
              <a:extLst>
                <a:ext uri="{FF2B5EF4-FFF2-40B4-BE49-F238E27FC236}">
                  <a16:creationId xmlns:a16="http://schemas.microsoft.com/office/drawing/2014/main" id="{EE1D514D-E009-381E-D998-1F49FDA6DA25}"/>
                </a:ext>
              </a:extLst>
            </p:cNvPr>
            <p:cNvSpPr/>
            <p:nvPr/>
          </p:nvSpPr>
          <p:spPr>
            <a:xfrm rot="10800000">
              <a:off x="6034583" y="3536900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>
              <a:extLst>
                <a:ext uri="{FF2B5EF4-FFF2-40B4-BE49-F238E27FC236}">
                  <a16:creationId xmlns:a16="http://schemas.microsoft.com/office/drawing/2014/main" id="{5F6FFBE0-78BA-9BDE-64BF-3881F8EBE76D}"/>
                </a:ext>
              </a:extLst>
            </p:cNvPr>
            <p:cNvSpPr/>
            <p:nvPr/>
          </p:nvSpPr>
          <p:spPr>
            <a:xfrm rot="10800000">
              <a:off x="5611031" y="3532939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2" name="円/楕円 51">
              <a:extLst>
                <a:ext uri="{FF2B5EF4-FFF2-40B4-BE49-F238E27FC236}">
                  <a16:creationId xmlns:a16="http://schemas.microsoft.com/office/drawing/2014/main" id="{D073A55C-E93E-34B8-BC1A-AEC153177911}"/>
                </a:ext>
              </a:extLst>
            </p:cNvPr>
            <p:cNvSpPr/>
            <p:nvPr/>
          </p:nvSpPr>
          <p:spPr>
            <a:xfrm rot="10800000">
              <a:off x="5084559" y="3841701"/>
              <a:ext cx="168339" cy="17479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cxnSp>
          <p:nvCxnSpPr>
            <p:cNvPr id="65" name="カギ線コネクタ 64">
              <a:extLst>
                <a:ext uri="{FF2B5EF4-FFF2-40B4-BE49-F238E27FC236}">
                  <a16:creationId xmlns:a16="http://schemas.microsoft.com/office/drawing/2014/main" id="{6F1D7049-6415-8EDA-76F7-26D6EEDF5279}"/>
                </a:ext>
              </a:extLst>
            </p:cNvPr>
            <p:cNvCxnSpPr>
              <a:cxnSpLocks/>
              <a:stCxn id="71" idx="6"/>
              <a:endCxn id="52" idx="2"/>
            </p:cNvCxnSpPr>
            <p:nvPr/>
          </p:nvCxnSpPr>
          <p:spPr>
            <a:xfrm rot="10800000" flipV="1">
              <a:off x="5252898" y="3620336"/>
              <a:ext cx="358133" cy="308762"/>
            </a:xfrm>
            <a:prstGeom prst="bentConnector3">
              <a:avLst>
                <a:gd name="adj1" fmla="val 50000"/>
              </a:avLst>
            </a:prstGeom>
            <a:ln w="6350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3753A14B-242F-5788-63D4-AF9303585198}"/>
              </a:ext>
            </a:extLst>
          </p:cNvPr>
          <p:cNvSpPr/>
          <p:nvPr/>
        </p:nvSpPr>
        <p:spPr>
          <a:xfrm>
            <a:off x="8319226" y="1582151"/>
            <a:ext cx="304622" cy="23999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6" name="グループ化 65">
            <a:extLst>
              <a:ext uri="{FF2B5EF4-FFF2-40B4-BE49-F238E27FC236}">
                <a16:creationId xmlns:a16="http://schemas.microsoft.com/office/drawing/2014/main" id="{CBC92C1A-861D-FDC8-DE2A-EFF82ADEB76F}"/>
              </a:ext>
            </a:extLst>
          </p:cNvPr>
          <p:cNvGrpSpPr/>
          <p:nvPr/>
        </p:nvGrpSpPr>
        <p:grpSpPr>
          <a:xfrm>
            <a:off x="8367579" y="1605506"/>
            <a:ext cx="195648" cy="2000390"/>
            <a:chOff x="7331138" y="1309815"/>
            <a:chExt cx="195648" cy="2000390"/>
          </a:xfrm>
        </p:grpSpPr>
        <p:grpSp>
          <p:nvGrpSpPr>
            <p:cNvPr id="60" name="グループ化 59">
              <a:extLst>
                <a:ext uri="{FF2B5EF4-FFF2-40B4-BE49-F238E27FC236}">
                  <a16:creationId xmlns:a16="http://schemas.microsoft.com/office/drawing/2014/main" id="{35E63B24-C2EA-D8A5-0F82-A60979F6C332}"/>
                </a:ext>
              </a:extLst>
            </p:cNvPr>
            <p:cNvGrpSpPr/>
            <p:nvPr/>
          </p:nvGrpSpPr>
          <p:grpSpPr>
            <a:xfrm>
              <a:off x="7341967" y="1309815"/>
              <a:ext cx="184819" cy="1097435"/>
              <a:chOff x="7341967" y="1309815"/>
              <a:chExt cx="184819" cy="1097435"/>
            </a:xfrm>
          </p:grpSpPr>
          <p:sp>
            <p:nvSpPr>
              <p:cNvPr id="56" name="円/楕円 55">
                <a:extLst>
                  <a:ext uri="{FF2B5EF4-FFF2-40B4-BE49-F238E27FC236}">
                    <a16:creationId xmlns:a16="http://schemas.microsoft.com/office/drawing/2014/main" id="{CC4AF59A-F126-6253-D6F8-95FF5025BC5A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円/楕円 56">
                <a:extLst>
                  <a:ext uri="{FF2B5EF4-FFF2-40B4-BE49-F238E27FC236}">
                    <a16:creationId xmlns:a16="http://schemas.microsoft.com/office/drawing/2014/main" id="{582FF93E-4B46-327A-B054-84F04E5A6874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円/楕円 57">
                <a:extLst>
                  <a:ext uri="{FF2B5EF4-FFF2-40B4-BE49-F238E27FC236}">
                    <a16:creationId xmlns:a16="http://schemas.microsoft.com/office/drawing/2014/main" id="{AD5E25D9-A6DE-C95F-FCE1-800E743DA1D5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9" name="円/楕円 58">
                <a:extLst>
                  <a:ext uri="{FF2B5EF4-FFF2-40B4-BE49-F238E27FC236}">
                    <a16:creationId xmlns:a16="http://schemas.microsoft.com/office/drawing/2014/main" id="{063B204A-3E57-5E97-960B-A82F62E7D812}"/>
                  </a:ext>
                </a:extLst>
              </p:cNvPr>
              <p:cNvSpPr/>
              <p:nvPr/>
            </p:nvSpPr>
            <p:spPr>
              <a:xfrm>
                <a:off x="7341967" y="223245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61" name="グループ化 60">
              <a:extLst>
                <a:ext uri="{FF2B5EF4-FFF2-40B4-BE49-F238E27FC236}">
                  <a16:creationId xmlns:a16="http://schemas.microsoft.com/office/drawing/2014/main" id="{91A68626-8B00-AD1C-9EBA-63237E0418ED}"/>
                </a:ext>
              </a:extLst>
            </p:cNvPr>
            <p:cNvGrpSpPr/>
            <p:nvPr/>
          </p:nvGrpSpPr>
          <p:grpSpPr>
            <a:xfrm>
              <a:off x="7331138" y="2525808"/>
              <a:ext cx="176579" cy="784397"/>
              <a:chOff x="7350207" y="1309815"/>
              <a:chExt cx="176579" cy="784397"/>
            </a:xfrm>
          </p:grpSpPr>
          <p:sp>
            <p:nvSpPr>
              <p:cNvPr id="62" name="円/楕円 61">
                <a:extLst>
                  <a:ext uri="{FF2B5EF4-FFF2-40B4-BE49-F238E27FC236}">
                    <a16:creationId xmlns:a16="http://schemas.microsoft.com/office/drawing/2014/main" id="{C96C262A-953A-A7E2-E1A4-E153ED09FB93}"/>
                  </a:ext>
                </a:extLst>
              </p:cNvPr>
              <p:cNvSpPr/>
              <p:nvPr/>
            </p:nvSpPr>
            <p:spPr>
              <a:xfrm>
                <a:off x="7358447" y="1309815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3" name="円/楕円 62">
                <a:extLst>
                  <a:ext uri="{FF2B5EF4-FFF2-40B4-BE49-F238E27FC236}">
                    <a16:creationId xmlns:a16="http://schemas.microsoft.com/office/drawing/2014/main" id="{0605865D-A44A-2B30-BB9C-DEB813C5A3CF}"/>
                  </a:ext>
                </a:extLst>
              </p:cNvPr>
              <p:cNvSpPr/>
              <p:nvPr/>
            </p:nvSpPr>
            <p:spPr>
              <a:xfrm>
                <a:off x="7350207" y="1622853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4" name="円/楕円 63">
                <a:extLst>
                  <a:ext uri="{FF2B5EF4-FFF2-40B4-BE49-F238E27FC236}">
                    <a16:creationId xmlns:a16="http://schemas.microsoft.com/office/drawing/2014/main" id="{FFFC84E9-8423-2C6D-EE8C-07500CA0B942}"/>
                  </a:ext>
                </a:extLst>
              </p:cNvPr>
              <p:cNvSpPr/>
              <p:nvPr/>
            </p:nvSpPr>
            <p:spPr>
              <a:xfrm>
                <a:off x="7350207" y="1919417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F5E32B19-C5AC-9355-A655-5E2894E11F2B}"/>
              </a:ext>
            </a:extLst>
          </p:cNvPr>
          <p:cNvSpPr txBox="1"/>
          <p:nvPr/>
        </p:nvSpPr>
        <p:spPr>
          <a:xfrm>
            <a:off x="8680441" y="1627951"/>
            <a:ext cx="6976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GND</a:t>
            </a:r>
          </a:p>
          <a:p>
            <a:r>
              <a:rPr lang="en-US" altLang="ja-JP" dirty="0"/>
              <a:t>VCC</a:t>
            </a:r>
          </a:p>
          <a:p>
            <a:r>
              <a:rPr kumimoji="1" lang="en-US" altLang="ja-JP" dirty="0"/>
              <a:t>SCL</a:t>
            </a:r>
          </a:p>
          <a:p>
            <a:r>
              <a:rPr lang="en-US" altLang="ja-JP" dirty="0"/>
              <a:t>SDA</a:t>
            </a:r>
          </a:p>
          <a:p>
            <a:r>
              <a:rPr kumimoji="1" lang="en-US" altLang="ja-JP" dirty="0"/>
              <a:t>RES</a:t>
            </a:r>
          </a:p>
          <a:p>
            <a:r>
              <a:rPr kumimoji="1" lang="en-US" altLang="ja-JP" dirty="0"/>
              <a:t>DC</a:t>
            </a:r>
          </a:p>
          <a:p>
            <a:r>
              <a:rPr lang="en-US" altLang="ja-JP" dirty="0"/>
              <a:t>CS</a:t>
            </a:r>
          </a:p>
        </p:txBody>
      </p:sp>
      <p:cxnSp>
        <p:nvCxnSpPr>
          <p:cNvPr id="90" name="カギ線コネクタ 89">
            <a:extLst>
              <a:ext uri="{FF2B5EF4-FFF2-40B4-BE49-F238E27FC236}">
                <a16:creationId xmlns:a16="http://schemas.microsoft.com/office/drawing/2014/main" id="{E0A4C6FC-77A8-FC15-E0D2-08AAE7430313}"/>
              </a:ext>
            </a:extLst>
          </p:cNvPr>
          <p:cNvCxnSpPr>
            <a:cxnSpLocks/>
            <a:stCxn id="80" idx="0"/>
            <a:endCxn id="64" idx="2"/>
          </p:cNvCxnSpPr>
          <p:nvPr/>
        </p:nvCxnSpPr>
        <p:spPr>
          <a:xfrm>
            <a:off x="7594580" y="1592768"/>
            <a:ext cx="772999" cy="1925731"/>
          </a:xfrm>
          <a:prstGeom prst="straightConnector1">
            <a:avLst/>
          </a:prstGeom>
          <a:ln w="63500">
            <a:solidFill>
              <a:schemeClr val="accent2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カギ線コネクタ 17">
            <a:extLst>
              <a:ext uri="{FF2B5EF4-FFF2-40B4-BE49-F238E27FC236}">
                <a16:creationId xmlns:a16="http://schemas.microsoft.com/office/drawing/2014/main" id="{08F0763C-91C7-8CE8-C178-22E20AAAC456}"/>
              </a:ext>
            </a:extLst>
          </p:cNvPr>
          <p:cNvCxnSpPr>
            <a:cxnSpLocks/>
            <a:stCxn id="28" idx="6"/>
            <a:endCxn id="30" idx="6"/>
          </p:cNvCxnSpPr>
          <p:nvPr/>
        </p:nvCxnSpPr>
        <p:spPr>
          <a:xfrm>
            <a:off x="4157276" y="2788481"/>
            <a:ext cx="1978" cy="948046"/>
          </a:xfrm>
          <a:prstGeom prst="bentConnector3">
            <a:avLst>
              <a:gd name="adj1" fmla="val 11657128"/>
            </a:avLst>
          </a:prstGeom>
          <a:ln w="63500">
            <a:solidFill>
              <a:srgbClr val="FF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カギ線コネクタ 32">
            <a:extLst>
              <a:ext uri="{FF2B5EF4-FFF2-40B4-BE49-F238E27FC236}">
                <a16:creationId xmlns:a16="http://schemas.microsoft.com/office/drawing/2014/main" id="{A1CBD64D-4545-840A-3463-EE4504C653BF}"/>
              </a:ext>
            </a:extLst>
          </p:cNvPr>
          <p:cNvCxnSpPr>
            <a:cxnSpLocks/>
            <a:stCxn id="20" idx="6"/>
            <a:endCxn id="21" idx="6"/>
          </p:cNvCxnSpPr>
          <p:nvPr/>
        </p:nvCxnSpPr>
        <p:spPr>
          <a:xfrm flipV="1">
            <a:off x="5093447" y="3497820"/>
            <a:ext cx="2417698" cy="230788"/>
          </a:xfrm>
          <a:prstGeom prst="bentConnector2">
            <a:avLst/>
          </a:prstGeom>
          <a:ln w="6350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カギ線コネクタ 49">
            <a:extLst>
              <a:ext uri="{FF2B5EF4-FFF2-40B4-BE49-F238E27FC236}">
                <a16:creationId xmlns:a16="http://schemas.microsoft.com/office/drawing/2014/main" id="{EC932B0F-169A-CA8B-669F-65EDA45FDAB0}"/>
              </a:ext>
            </a:extLst>
          </p:cNvPr>
          <p:cNvCxnSpPr>
            <a:cxnSpLocks/>
            <a:stCxn id="13" idx="6"/>
            <a:endCxn id="17" idx="4"/>
          </p:cNvCxnSpPr>
          <p:nvPr/>
        </p:nvCxnSpPr>
        <p:spPr>
          <a:xfrm flipV="1">
            <a:off x="5103343" y="3399794"/>
            <a:ext cx="810259" cy="10160"/>
          </a:xfrm>
          <a:prstGeom prst="bentConnector3">
            <a:avLst>
              <a:gd name="adj1" fmla="val 50000"/>
            </a:avLst>
          </a:prstGeom>
          <a:ln w="63500">
            <a:solidFill>
              <a:srgbClr val="00B05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カギ線コネクタ 92">
            <a:extLst>
              <a:ext uri="{FF2B5EF4-FFF2-40B4-BE49-F238E27FC236}">
                <a16:creationId xmlns:a16="http://schemas.microsoft.com/office/drawing/2014/main" id="{1422AF6A-32BA-8A07-A46D-EFEBE247BD1F}"/>
              </a:ext>
            </a:extLst>
          </p:cNvPr>
          <p:cNvCxnSpPr>
            <a:cxnSpLocks/>
            <a:stCxn id="301" idx="4"/>
            <a:endCxn id="302" idx="6"/>
          </p:cNvCxnSpPr>
          <p:nvPr/>
        </p:nvCxnSpPr>
        <p:spPr>
          <a:xfrm rot="10800000" flipV="1">
            <a:off x="4157500" y="688262"/>
            <a:ext cx="1764019" cy="2399801"/>
          </a:xfrm>
          <a:prstGeom prst="bentConnector3">
            <a:avLst>
              <a:gd name="adj1" fmla="val 90392"/>
            </a:avLst>
          </a:prstGeom>
          <a:ln w="63500">
            <a:solidFill>
              <a:schemeClr val="accent5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カギ線コネクタ 170">
            <a:extLst>
              <a:ext uri="{FF2B5EF4-FFF2-40B4-BE49-F238E27FC236}">
                <a16:creationId xmlns:a16="http://schemas.microsoft.com/office/drawing/2014/main" id="{1AB5F148-AEAB-AD0C-128D-2F24898C269A}"/>
              </a:ext>
            </a:extLst>
          </p:cNvPr>
          <p:cNvCxnSpPr>
            <a:cxnSpLocks/>
            <a:stCxn id="95" idx="0"/>
            <a:endCxn id="63" idx="2"/>
          </p:cNvCxnSpPr>
          <p:nvPr/>
        </p:nvCxnSpPr>
        <p:spPr>
          <a:xfrm>
            <a:off x="7596559" y="1297865"/>
            <a:ext cx="771020" cy="1924070"/>
          </a:xfrm>
          <a:prstGeom prst="straightConnector1">
            <a:avLst/>
          </a:prstGeom>
          <a:ln w="63500">
            <a:solidFill>
              <a:srgbClr val="00B0F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カギ線コネクタ 216">
            <a:extLst>
              <a:ext uri="{FF2B5EF4-FFF2-40B4-BE49-F238E27FC236}">
                <a16:creationId xmlns:a16="http://schemas.microsoft.com/office/drawing/2014/main" id="{9013995A-D51C-BC43-67EB-B1A5158A5F4B}"/>
              </a:ext>
            </a:extLst>
          </p:cNvPr>
          <p:cNvCxnSpPr>
            <a:cxnSpLocks/>
            <a:stCxn id="56" idx="2"/>
            <a:endCxn id="70" idx="0"/>
          </p:cNvCxnSpPr>
          <p:nvPr/>
        </p:nvCxnSpPr>
        <p:spPr>
          <a:xfrm flipH="1">
            <a:off x="7592602" y="1692904"/>
            <a:ext cx="802286" cy="503523"/>
          </a:xfrm>
          <a:prstGeom prst="straightConnector1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カギ線コネクタ 46">
            <a:extLst>
              <a:ext uri="{FF2B5EF4-FFF2-40B4-BE49-F238E27FC236}">
                <a16:creationId xmlns:a16="http://schemas.microsoft.com/office/drawing/2014/main" id="{0B1F6B28-E487-7650-479F-E39B68201F1C}"/>
              </a:ext>
            </a:extLst>
          </p:cNvPr>
          <p:cNvCxnSpPr>
            <a:cxnSpLocks/>
            <a:stCxn id="53" idx="0"/>
            <a:endCxn id="30" idx="4"/>
          </p:cNvCxnSpPr>
          <p:nvPr/>
        </p:nvCxnSpPr>
        <p:spPr>
          <a:xfrm flipH="1">
            <a:off x="4075085" y="2513106"/>
            <a:ext cx="3525437" cy="1310818"/>
          </a:xfrm>
          <a:prstGeom prst="bentConnector4">
            <a:avLst>
              <a:gd name="adj1" fmla="val -6393"/>
              <a:gd name="adj2" fmla="val 117439"/>
            </a:avLst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カギ線コネクタ 101">
            <a:extLst>
              <a:ext uri="{FF2B5EF4-FFF2-40B4-BE49-F238E27FC236}">
                <a16:creationId xmlns:a16="http://schemas.microsoft.com/office/drawing/2014/main" id="{DF13A28E-B43F-95A1-0CCB-A8FE6F35D6C9}"/>
              </a:ext>
            </a:extLst>
          </p:cNvPr>
          <p:cNvCxnSpPr>
            <a:cxnSpLocks/>
            <a:stCxn id="101" idx="0"/>
            <a:endCxn id="19" idx="4"/>
          </p:cNvCxnSpPr>
          <p:nvPr/>
        </p:nvCxnSpPr>
        <p:spPr>
          <a:xfrm flipV="1">
            <a:off x="6083900" y="377038"/>
            <a:ext cx="386247" cy="618116"/>
          </a:xfrm>
          <a:prstGeom prst="bentConnector2">
            <a:avLst/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カギ線コネクタ 83">
            <a:extLst>
              <a:ext uri="{FF2B5EF4-FFF2-40B4-BE49-F238E27FC236}">
                <a16:creationId xmlns:a16="http://schemas.microsoft.com/office/drawing/2014/main" id="{A3947912-1BCC-6E49-A9A2-F8BBA3A31DAF}"/>
              </a:ext>
            </a:extLst>
          </p:cNvPr>
          <p:cNvCxnSpPr>
            <a:cxnSpLocks/>
            <a:stCxn id="70" idx="4"/>
            <a:endCxn id="36" idx="0"/>
          </p:cNvCxnSpPr>
          <p:nvPr/>
        </p:nvCxnSpPr>
        <p:spPr>
          <a:xfrm rot="10800000" flipV="1">
            <a:off x="5021153" y="2196426"/>
            <a:ext cx="2396655" cy="494757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カギ線コネクタ 77">
            <a:extLst>
              <a:ext uri="{FF2B5EF4-FFF2-40B4-BE49-F238E27FC236}">
                <a16:creationId xmlns:a16="http://schemas.microsoft.com/office/drawing/2014/main" id="{0A4241DB-9B79-A192-C6EA-780E9468FE78}"/>
              </a:ext>
            </a:extLst>
          </p:cNvPr>
          <p:cNvCxnSpPr>
            <a:cxnSpLocks/>
            <a:stCxn id="74" idx="0"/>
            <a:endCxn id="62" idx="2"/>
          </p:cNvCxnSpPr>
          <p:nvPr/>
        </p:nvCxnSpPr>
        <p:spPr>
          <a:xfrm>
            <a:off x="7570829" y="1002962"/>
            <a:ext cx="804990" cy="1905935"/>
          </a:xfrm>
          <a:prstGeom prst="straightConnector1">
            <a:avLst/>
          </a:prstGeom>
          <a:ln w="63500">
            <a:solidFill>
              <a:schemeClr val="accent6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カギ線コネクタ 10">
            <a:extLst>
              <a:ext uri="{FF2B5EF4-FFF2-40B4-BE49-F238E27FC236}">
                <a16:creationId xmlns:a16="http://schemas.microsoft.com/office/drawing/2014/main" id="{20561645-1787-CCAF-A1C6-D0390010BEF2}"/>
              </a:ext>
            </a:extLst>
          </p:cNvPr>
          <p:cNvCxnSpPr>
            <a:cxnSpLocks/>
            <a:stCxn id="57" idx="2"/>
            <a:endCxn id="53" idx="0"/>
          </p:cNvCxnSpPr>
          <p:nvPr/>
        </p:nvCxnSpPr>
        <p:spPr>
          <a:xfrm flipH="1">
            <a:off x="7600522" y="2005942"/>
            <a:ext cx="786126" cy="507164"/>
          </a:xfrm>
          <a:prstGeom prst="straightConnector1">
            <a:avLst/>
          </a:prstGeom>
          <a:ln w="635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円/楕円 18">
            <a:extLst>
              <a:ext uri="{FF2B5EF4-FFF2-40B4-BE49-F238E27FC236}">
                <a16:creationId xmlns:a16="http://schemas.microsoft.com/office/drawing/2014/main" id="{03BDAA98-2E9F-C8D3-202F-1869A9542B4A}"/>
              </a:ext>
            </a:extLst>
          </p:cNvPr>
          <p:cNvSpPr/>
          <p:nvPr/>
        </p:nvSpPr>
        <p:spPr>
          <a:xfrm>
            <a:off x="6385977" y="202243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>
            <a:extLst>
              <a:ext uri="{FF2B5EF4-FFF2-40B4-BE49-F238E27FC236}">
                <a16:creationId xmlns:a16="http://schemas.microsoft.com/office/drawing/2014/main" id="{B3C69EAD-569C-1357-DC62-3930FF566E73}"/>
              </a:ext>
            </a:extLst>
          </p:cNvPr>
          <p:cNvSpPr/>
          <p:nvPr/>
        </p:nvSpPr>
        <p:spPr>
          <a:xfrm>
            <a:off x="6609631" y="414018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4" name="カギ線コネクタ 23">
            <a:extLst>
              <a:ext uri="{FF2B5EF4-FFF2-40B4-BE49-F238E27FC236}">
                <a16:creationId xmlns:a16="http://schemas.microsoft.com/office/drawing/2014/main" id="{B8A1DCD7-DCFF-AD48-5612-0CC7FB652AE2}"/>
              </a:ext>
            </a:extLst>
          </p:cNvPr>
          <p:cNvCxnSpPr>
            <a:cxnSpLocks/>
            <a:stCxn id="19" idx="6"/>
            <a:endCxn id="49" idx="0"/>
          </p:cNvCxnSpPr>
          <p:nvPr/>
        </p:nvCxnSpPr>
        <p:spPr>
          <a:xfrm>
            <a:off x="6554316" y="289641"/>
            <a:ext cx="1550671" cy="644912"/>
          </a:xfrm>
          <a:prstGeom prst="bentConnector2">
            <a:avLst/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カギ線コネクタ 39">
            <a:extLst>
              <a:ext uri="{FF2B5EF4-FFF2-40B4-BE49-F238E27FC236}">
                <a16:creationId xmlns:a16="http://schemas.microsoft.com/office/drawing/2014/main" id="{6DC12CC3-C334-1C56-1FB5-BFEFC4BC20A3}"/>
              </a:ext>
            </a:extLst>
          </p:cNvPr>
          <p:cNvCxnSpPr>
            <a:cxnSpLocks/>
            <a:stCxn id="22" idx="6"/>
            <a:endCxn id="48" idx="0"/>
          </p:cNvCxnSpPr>
          <p:nvPr/>
        </p:nvCxnSpPr>
        <p:spPr>
          <a:xfrm>
            <a:off x="6777970" y="501416"/>
            <a:ext cx="1103363" cy="684497"/>
          </a:xfrm>
          <a:prstGeom prst="bentConnector2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円/楕円 47">
            <a:extLst>
              <a:ext uri="{FF2B5EF4-FFF2-40B4-BE49-F238E27FC236}">
                <a16:creationId xmlns:a16="http://schemas.microsoft.com/office/drawing/2014/main" id="{E665B1D0-5EA8-D20F-20F7-B97960EB6B7C}"/>
              </a:ext>
            </a:extLst>
          </p:cNvPr>
          <p:cNvSpPr/>
          <p:nvPr/>
        </p:nvSpPr>
        <p:spPr>
          <a:xfrm>
            <a:off x="7797163" y="1185913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>
            <a:extLst>
              <a:ext uri="{FF2B5EF4-FFF2-40B4-BE49-F238E27FC236}">
                <a16:creationId xmlns:a16="http://schemas.microsoft.com/office/drawing/2014/main" id="{663C3100-C2EE-9F6B-54DC-B66373C82ACD}"/>
              </a:ext>
            </a:extLst>
          </p:cNvPr>
          <p:cNvSpPr/>
          <p:nvPr/>
        </p:nvSpPr>
        <p:spPr>
          <a:xfrm>
            <a:off x="8020817" y="934553"/>
            <a:ext cx="168339" cy="174795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4" name="カギ線コネクタ 53">
            <a:extLst>
              <a:ext uri="{FF2B5EF4-FFF2-40B4-BE49-F238E27FC236}">
                <a16:creationId xmlns:a16="http://schemas.microsoft.com/office/drawing/2014/main" id="{3EE0843D-9E9E-5178-A0CA-62A5879E4A79}"/>
              </a:ext>
            </a:extLst>
          </p:cNvPr>
          <p:cNvCxnSpPr>
            <a:cxnSpLocks/>
            <a:stCxn id="59" idx="2"/>
            <a:endCxn id="48" idx="4"/>
          </p:cNvCxnSpPr>
          <p:nvPr/>
        </p:nvCxnSpPr>
        <p:spPr>
          <a:xfrm flipH="1" flipV="1">
            <a:off x="7881333" y="1360708"/>
            <a:ext cx="497075" cy="1254836"/>
          </a:xfrm>
          <a:prstGeom prst="straightConnector1">
            <a:avLst/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カギ線コネクタ 78">
            <a:extLst>
              <a:ext uri="{FF2B5EF4-FFF2-40B4-BE49-F238E27FC236}">
                <a16:creationId xmlns:a16="http://schemas.microsoft.com/office/drawing/2014/main" id="{A062C659-2DC0-25AB-C9DF-0C396013118C}"/>
              </a:ext>
            </a:extLst>
          </p:cNvPr>
          <p:cNvCxnSpPr>
            <a:cxnSpLocks/>
            <a:stCxn id="49" idx="4"/>
            <a:endCxn id="58" idx="2"/>
          </p:cNvCxnSpPr>
          <p:nvPr/>
        </p:nvCxnSpPr>
        <p:spPr>
          <a:xfrm>
            <a:off x="8104987" y="1109348"/>
            <a:ext cx="281661" cy="1193158"/>
          </a:xfrm>
          <a:prstGeom prst="straightConnector1">
            <a:avLst/>
          </a:prstGeom>
          <a:ln w="63500">
            <a:solidFill>
              <a:srgbClr val="FFC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CBFA37E9-A83E-BD19-D886-FBD6C8A2B32C}"/>
              </a:ext>
            </a:extLst>
          </p:cNvPr>
          <p:cNvGrpSpPr/>
          <p:nvPr/>
        </p:nvGrpSpPr>
        <p:grpSpPr>
          <a:xfrm rot="10800000">
            <a:off x="3228976" y="2169077"/>
            <a:ext cx="422151" cy="746987"/>
            <a:chOff x="4618386" y="586941"/>
            <a:chExt cx="422151" cy="746987"/>
          </a:xfrm>
        </p:grpSpPr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C78E386F-BCD1-77F4-5E10-998F304B3A0A}"/>
                </a:ext>
              </a:extLst>
            </p:cNvPr>
            <p:cNvSpPr/>
            <p:nvPr/>
          </p:nvSpPr>
          <p:spPr>
            <a:xfrm>
              <a:off x="4618386" y="586941"/>
              <a:ext cx="422151" cy="74698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03" name="グループ化 102">
              <a:extLst>
                <a:ext uri="{FF2B5EF4-FFF2-40B4-BE49-F238E27FC236}">
                  <a16:creationId xmlns:a16="http://schemas.microsoft.com/office/drawing/2014/main" id="{A276CE52-B0AD-9AEB-DCBB-E4EEC28CBC16}"/>
                </a:ext>
              </a:extLst>
            </p:cNvPr>
            <p:cNvGrpSpPr/>
            <p:nvPr/>
          </p:nvGrpSpPr>
          <p:grpSpPr>
            <a:xfrm>
              <a:off x="4735154" y="680547"/>
              <a:ext cx="176579" cy="487833"/>
              <a:chOff x="8159036" y="1423788"/>
              <a:chExt cx="176579" cy="487833"/>
            </a:xfrm>
          </p:grpSpPr>
          <p:sp>
            <p:nvSpPr>
              <p:cNvPr id="104" name="円/楕円 103">
                <a:extLst>
                  <a:ext uri="{FF2B5EF4-FFF2-40B4-BE49-F238E27FC236}">
                    <a16:creationId xmlns:a16="http://schemas.microsoft.com/office/drawing/2014/main" id="{5209DB94-24AA-FBD3-4DE6-949E26B5E764}"/>
                  </a:ext>
                </a:extLst>
              </p:cNvPr>
              <p:cNvSpPr/>
              <p:nvPr/>
            </p:nvSpPr>
            <p:spPr>
              <a:xfrm>
                <a:off x="8167276" y="1423788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5" name="円/楕円 104">
                <a:extLst>
                  <a:ext uri="{FF2B5EF4-FFF2-40B4-BE49-F238E27FC236}">
                    <a16:creationId xmlns:a16="http://schemas.microsoft.com/office/drawing/2014/main" id="{4E13CBCC-55E0-765F-0635-94EC610F4597}"/>
                  </a:ext>
                </a:extLst>
              </p:cNvPr>
              <p:cNvSpPr/>
              <p:nvPr/>
            </p:nvSpPr>
            <p:spPr>
              <a:xfrm>
                <a:off x="8159036" y="1736826"/>
                <a:ext cx="168339" cy="17479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106" name="テキスト ボックス 105">
            <a:extLst>
              <a:ext uri="{FF2B5EF4-FFF2-40B4-BE49-F238E27FC236}">
                <a16:creationId xmlns:a16="http://schemas.microsoft.com/office/drawing/2014/main" id="{990952C8-2602-53ED-B6C4-F49ED68FE9DA}"/>
              </a:ext>
            </a:extLst>
          </p:cNvPr>
          <p:cNvSpPr txBox="1"/>
          <p:nvPr/>
        </p:nvSpPr>
        <p:spPr>
          <a:xfrm>
            <a:off x="2414699" y="2269734"/>
            <a:ext cx="7857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VBAT</a:t>
            </a:r>
          </a:p>
          <a:p>
            <a:r>
              <a:rPr kumimoji="1" lang="en-US" altLang="ja-JP" dirty="0"/>
              <a:t>GND</a:t>
            </a:r>
            <a:endParaRPr kumimoji="1" lang="ja-JP" altLang="en-US"/>
          </a:p>
        </p:txBody>
      </p:sp>
      <p:cxnSp>
        <p:nvCxnSpPr>
          <p:cNvPr id="107" name="カギ線コネクタ 106">
            <a:extLst>
              <a:ext uri="{FF2B5EF4-FFF2-40B4-BE49-F238E27FC236}">
                <a16:creationId xmlns:a16="http://schemas.microsoft.com/office/drawing/2014/main" id="{798933F6-F9DD-1338-5129-C1CEA391A8DD}"/>
              </a:ext>
            </a:extLst>
          </p:cNvPr>
          <p:cNvCxnSpPr>
            <a:cxnSpLocks/>
            <a:stCxn id="105" idx="2"/>
            <a:endCxn id="28" idx="2"/>
          </p:cNvCxnSpPr>
          <p:nvPr/>
        </p:nvCxnSpPr>
        <p:spPr>
          <a:xfrm>
            <a:off x="3534359" y="2422022"/>
            <a:ext cx="454578" cy="366459"/>
          </a:xfrm>
          <a:prstGeom prst="straightConnector1">
            <a:avLst/>
          </a:prstGeom>
          <a:ln w="635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カギ線コネクタ 119">
            <a:extLst>
              <a:ext uri="{FF2B5EF4-FFF2-40B4-BE49-F238E27FC236}">
                <a16:creationId xmlns:a16="http://schemas.microsoft.com/office/drawing/2014/main" id="{35AFE3B7-A421-8319-E408-487EF3BED573}"/>
              </a:ext>
            </a:extLst>
          </p:cNvPr>
          <p:cNvCxnSpPr>
            <a:cxnSpLocks/>
            <a:stCxn id="104" idx="0"/>
            <a:endCxn id="123" idx="0"/>
          </p:cNvCxnSpPr>
          <p:nvPr/>
        </p:nvCxnSpPr>
        <p:spPr>
          <a:xfrm rot="5400000">
            <a:off x="3162346" y="2975971"/>
            <a:ext cx="433117" cy="126091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5" name="グループ化 124">
            <a:extLst>
              <a:ext uri="{FF2B5EF4-FFF2-40B4-BE49-F238E27FC236}">
                <a16:creationId xmlns:a16="http://schemas.microsoft.com/office/drawing/2014/main" id="{AD714E79-93F7-5203-EEB6-F30B97D0B25F}"/>
              </a:ext>
            </a:extLst>
          </p:cNvPr>
          <p:cNvGrpSpPr/>
          <p:nvPr/>
        </p:nvGrpSpPr>
        <p:grpSpPr>
          <a:xfrm>
            <a:off x="3164016" y="3255575"/>
            <a:ext cx="211403" cy="384340"/>
            <a:chOff x="3164016" y="3255575"/>
            <a:chExt cx="211403" cy="384340"/>
          </a:xfrm>
        </p:grpSpPr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6BBAE06F-522F-85C5-8527-5E627C7E2F2E}"/>
                </a:ext>
              </a:extLst>
            </p:cNvPr>
            <p:cNvSpPr/>
            <p:nvPr/>
          </p:nvSpPr>
          <p:spPr>
            <a:xfrm>
              <a:off x="3256429" y="3255575"/>
              <a:ext cx="118858" cy="38434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112C5B89-FDE3-C782-0A07-2AEB289A868B}"/>
                </a:ext>
              </a:extLst>
            </p:cNvPr>
            <p:cNvSpPr/>
            <p:nvPr/>
          </p:nvSpPr>
          <p:spPr>
            <a:xfrm rot="5400000">
              <a:off x="3209575" y="3352654"/>
              <a:ext cx="120286" cy="21140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132" name="カギ線コネクタ 131">
            <a:extLst>
              <a:ext uri="{FF2B5EF4-FFF2-40B4-BE49-F238E27FC236}">
                <a16:creationId xmlns:a16="http://schemas.microsoft.com/office/drawing/2014/main" id="{37CFAEE7-FE86-5732-4DF4-DF08B7A04931}"/>
              </a:ext>
            </a:extLst>
          </p:cNvPr>
          <p:cNvCxnSpPr>
            <a:cxnSpLocks/>
            <a:stCxn id="37" idx="2"/>
            <a:endCxn id="124" idx="0"/>
          </p:cNvCxnSpPr>
          <p:nvPr/>
        </p:nvCxnSpPr>
        <p:spPr>
          <a:xfrm rot="10800000" flipV="1">
            <a:off x="3375421" y="3405994"/>
            <a:ext cx="601641" cy="52361"/>
          </a:xfrm>
          <a:prstGeom prst="bentConnector3">
            <a:avLst>
              <a:gd name="adj1" fmla="val 50000"/>
            </a:avLst>
          </a:prstGeom>
          <a:ln w="63500"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895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</TotalTime>
  <Words>57</Words>
  <Application>Microsoft Macintosh PowerPoint</Application>
  <PresentationFormat>ワイド画面</PresentationFormat>
  <Paragraphs>55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谷沢　智史</dc:creator>
  <cp:lastModifiedBy>谷沢　智史</cp:lastModifiedBy>
  <cp:revision>16</cp:revision>
  <dcterms:created xsi:type="dcterms:W3CDTF">2026-01-10T11:32:51Z</dcterms:created>
  <dcterms:modified xsi:type="dcterms:W3CDTF">2026-02-14T05:16:49Z</dcterms:modified>
</cp:coreProperties>
</file>